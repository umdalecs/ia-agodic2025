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1" r:id="rId4"/>
  </p:sldMasterIdLst>
  <p:notesMasterIdLst>
    <p:notesMasterId r:id="rId16"/>
  </p:notesMasterIdLst>
  <p:sldIdLst>
    <p:sldId id="256" r:id="rId5"/>
    <p:sldId id="312" r:id="rId6"/>
    <p:sldId id="313" r:id="rId7"/>
    <p:sldId id="314" r:id="rId8"/>
    <p:sldId id="315" r:id="rId9"/>
    <p:sldId id="316" r:id="rId10"/>
    <p:sldId id="317" r:id="rId11"/>
    <p:sldId id="318" r:id="rId12"/>
    <p:sldId id="320" r:id="rId13"/>
    <p:sldId id="321" r:id="rId14"/>
    <p:sldId id="257" r:id="rId15"/>
  </p:sldIdLst>
  <p:sldSz cx="9144000" cy="5143500" type="screen16x9"/>
  <p:notesSz cx="6858000" cy="9144000"/>
  <p:embeddedFontLst>
    <p:embeddedFont>
      <p:font typeface="Barlow" panose="00000500000000000000" pitchFamily="2" charset="0"/>
      <p:regular r:id="rId17"/>
      <p:bold r:id="rId18"/>
      <p:italic r:id="rId19"/>
      <p:boldItalic r:id="rId20"/>
    </p:embeddedFont>
    <p:embeddedFont>
      <p:font typeface="Nunito Light" pitchFamily="2" charset="0"/>
      <p:regular r:id="rId21"/>
      <p:italic r:id="rId22"/>
    </p:embeddedFont>
    <p:embeddedFont>
      <p:font typeface="Poppins Black" panose="00000A00000000000000" pitchFamily="2" charset="0"/>
      <p:bold r:id="rId23"/>
      <p:boldItalic r:id="rId24"/>
    </p:embeddedFont>
    <p:embeddedFont>
      <p:font typeface="Poppins ExtraBold" panose="00000900000000000000" pitchFamily="2" charset="0"/>
      <p:bold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D16156E-D6DB-4F65-B458-8EBF5604AC3D}" v="39" dt="2025-12-01T05:02:47.807"/>
  </p1510:revLst>
</p1510:revInfo>
</file>

<file path=ppt/tableStyles.xml><?xml version="1.0" encoding="utf-8"?>
<a:tblStyleLst xmlns:a="http://schemas.openxmlformats.org/drawingml/2006/main" def="{596D4F83-BED0-475D-B4F6-575BE2DDE358}">
  <a:tblStyle styleId="{596D4F83-BED0-475D-B4F6-575BE2DDE35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A4262F5C-F9C8-46E7-A603-37F5984313E3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1626" autoAdjust="0"/>
  </p:normalViewPr>
  <p:slideViewPr>
    <p:cSldViewPr snapToGrid="0">
      <p:cViewPr>
        <p:scale>
          <a:sx n="75" d="100"/>
          <a:sy n="75" d="100"/>
        </p:scale>
        <p:origin x="360" y="118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customXml" Target="../customXml/item3.xml"/><Relationship Id="rId21" Type="http://schemas.openxmlformats.org/officeDocument/2006/relationships/font" Target="fonts/font5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8.fntdata"/><Relationship Id="rId32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7.fntdata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font" Target="fonts/font3.fntdata"/><Relationship Id="rId31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6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TIN FLORES SALDANA" userId="6c966fe5-6adf-4dcb-b1aa-1998e3e515b7" providerId="ADAL" clId="{085E4037-6E72-4D5B-9256-F1C06F44D3B9}"/>
    <pc:docChg chg="undo custSel addSld delSld modSld sldOrd delMainMaster">
      <pc:chgData name="MARTIN FLORES SALDANA" userId="6c966fe5-6adf-4dcb-b1aa-1998e3e515b7" providerId="ADAL" clId="{085E4037-6E72-4D5B-9256-F1C06F44D3B9}" dt="2025-12-01T05:03:30.680" v="4499" actId="47"/>
      <pc:docMkLst>
        <pc:docMk/>
      </pc:docMkLst>
      <pc:sldChg chg="modSp mod modNotes">
        <pc:chgData name="MARTIN FLORES SALDANA" userId="6c966fe5-6adf-4dcb-b1aa-1998e3e515b7" providerId="ADAL" clId="{085E4037-6E72-4D5B-9256-F1C06F44D3B9}" dt="2025-12-01T04:13:54.739" v="784" actId="790"/>
        <pc:sldMkLst>
          <pc:docMk/>
          <pc:sldMk cId="0" sldId="256"/>
        </pc:sldMkLst>
        <pc:spChg chg="mod">
          <ac:chgData name="MARTIN FLORES SALDANA" userId="6c966fe5-6adf-4dcb-b1aa-1998e3e515b7" providerId="ADAL" clId="{085E4037-6E72-4D5B-9256-F1C06F44D3B9}" dt="2025-12-01T03:58:17.981" v="104" actId="20577"/>
          <ac:spMkLst>
            <pc:docMk/>
            <pc:sldMk cId="0" sldId="256"/>
            <ac:spMk id="758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56"/>
            <ac:spMk id="759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56"/>
            <ac:spMk id="763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56"/>
            <ac:spMk id="769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56"/>
            <ac:spMk id="772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56"/>
            <ac:spMk id="776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56"/>
            <ac:spMk id="778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56"/>
            <ac:spMk id="781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56"/>
            <ac:spMk id="784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56"/>
            <ac:spMk id="787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56"/>
            <ac:spMk id="788" creationId="{00000000-0000-0000-0000-000000000000}"/>
          </ac:spMkLst>
        </pc:spChg>
        <pc:grpChg chg="mod">
          <ac:chgData name="MARTIN FLORES SALDANA" userId="6c966fe5-6adf-4dcb-b1aa-1998e3e515b7" providerId="ADAL" clId="{085E4037-6E72-4D5B-9256-F1C06F44D3B9}" dt="2025-12-01T03:50:13.080" v="34" actId="1076"/>
          <ac:grpSpMkLst>
            <pc:docMk/>
            <pc:sldMk cId="0" sldId="256"/>
            <ac:grpSpMk id="760" creationId="{00000000-0000-0000-0000-000000000000}"/>
          </ac:grpSpMkLst>
        </pc:grpChg>
      </pc:sldChg>
      <pc:sldChg chg="addSp delSp modSp mod">
        <pc:chgData name="MARTIN FLORES SALDANA" userId="6c966fe5-6adf-4dcb-b1aa-1998e3e515b7" providerId="ADAL" clId="{085E4037-6E72-4D5B-9256-F1C06F44D3B9}" dt="2025-12-01T05:02:55.477" v="4443" actId="255"/>
        <pc:sldMkLst>
          <pc:docMk/>
          <pc:sldMk cId="0" sldId="257"/>
        </pc:sldMkLst>
        <pc:spChg chg="add del mod">
          <ac:chgData name="MARTIN FLORES SALDANA" userId="6c966fe5-6adf-4dcb-b1aa-1998e3e515b7" providerId="ADAL" clId="{085E4037-6E72-4D5B-9256-F1C06F44D3B9}" dt="2025-12-01T05:02:41.835" v="4429" actId="478"/>
          <ac:spMkLst>
            <pc:docMk/>
            <pc:sldMk cId="0" sldId="257"/>
            <ac:spMk id="3" creationId="{BA13D763-BF65-2AA4-8635-3CD2883C97F2}"/>
          </ac:spMkLst>
        </pc:spChg>
        <pc:spChg chg="add mod">
          <ac:chgData name="MARTIN FLORES SALDANA" userId="6c966fe5-6adf-4dcb-b1aa-1998e3e515b7" providerId="ADAL" clId="{085E4037-6E72-4D5B-9256-F1C06F44D3B9}" dt="2025-12-01T05:02:55.477" v="4443" actId="255"/>
          <ac:spMkLst>
            <pc:docMk/>
            <pc:sldMk cId="0" sldId="257"/>
            <ac:spMk id="4" creationId="{A904912C-DA26-110A-8469-09BA5FC1D67E}"/>
          </ac:spMkLst>
        </pc:spChg>
        <pc:spChg chg="del mod">
          <ac:chgData name="MARTIN FLORES SALDANA" userId="6c966fe5-6adf-4dcb-b1aa-1998e3e515b7" providerId="ADAL" clId="{085E4037-6E72-4D5B-9256-F1C06F44D3B9}" dt="2025-12-01T05:02:39.702" v="4428" actId="478"/>
          <ac:spMkLst>
            <pc:docMk/>
            <pc:sldMk cId="0" sldId="257"/>
            <ac:spMk id="796" creationId="{00000000-0000-0000-0000-000000000000}"/>
          </ac:spMkLst>
        </pc:spChg>
        <pc:spChg chg="del mod">
          <ac:chgData name="MARTIN FLORES SALDANA" userId="6c966fe5-6adf-4dcb-b1aa-1998e3e515b7" providerId="ADAL" clId="{085E4037-6E72-4D5B-9256-F1C06F44D3B9}" dt="2025-12-01T05:02:39.702" v="4428" actId="478"/>
          <ac:spMkLst>
            <pc:docMk/>
            <pc:sldMk cId="0" sldId="257"/>
            <ac:spMk id="797" creationId="{00000000-0000-0000-0000-000000000000}"/>
          </ac:spMkLst>
        </pc:spChg>
        <pc:spChg chg="del mod">
          <ac:chgData name="MARTIN FLORES SALDANA" userId="6c966fe5-6adf-4dcb-b1aa-1998e3e515b7" providerId="ADAL" clId="{085E4037-6E72-4D5B-9256-F1C06F44D3B9}" dt="2025-12-01T05:02:39.702" v="4428" actId="478"/>
          <ac:spMkLst>
            <pc:docMk/>
            <pc:sldMk cId="0" sldId="257"/>
            <ac:spMk id="798" creationId="{00000000-0000-0000-0000-000000000000}"/>
          </ac:spMkLst>
        </pc:spChg>
        <pc:spChg chg="del mod">
          <ac:chgData name="MARTIN FLORES SALDANA" userId="6c966fe5-6adf-4dcb-b1aa-1998e3e515b7" providerId="ADAL" clId="{085E4037-6E72-4D5B-9256-F1C06F44D3B9}" dt="2025-12-01T05:02:39.702" v="4428" actId="478"/>
          <ac:spMkLst>
            <pc:docMk/>
            <pc:sldMk cId="0" sldId="257"/>
            <ac:spMk id="799" creationId="{00000000-0000-0000-0000-000000000000}"/>
          </ac:spMkLst>
        </pc:spChg>
        <pc:graphicFrameChg chg="del modGraphic">
          <ac:chgData name="MARTIN FLORES SALDANA" userId="6c966fe5-6adf-4dcb-b1aa-1998e3e515b7" providerId="ADAL" clId="{085E4037-6E72-4D5B-9256-F1C06F44D3B9}" dt="2025-12-01T05:02:39.702" v="4428" actId="478"/>
          <ac:graphicFrameMkLst>
            <pc:docMk/>
            <pc:sldMk cId="0" sldId="257"/>
            <ac:graphicFrameMk id="800" creationId="{00000000-0000-0000-0000-000000000000}"/>
          </ac:graphicFrameMkLst>
        </pc:graphicFrameChg>
      </pc:sldChg>
      <pc:sldChg chg="modSp del mod ord">
        <pc:chgData name="MARTIN FLORES SALDANA" userId="6c966fe5-6adf-4dcb-b1aa-1998e3e515b7" providerId="ADAL" clId="{085E4037-6E72-4D5B-9256-F1C06F44D3B9}" dt="2025-12-01T05:03:17.918" v="4447" actId="47"/>
        <pc:sldMkLst>
          <pc:docMk/>
          <pc:sldMk cId="0" sldId="258"/>
        </pc:sldMkLst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58"/>
            <ac:spMk id="810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58"/>
            <ac:spMk id="814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58"/>
            <ac:spMk id="829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58"/>
            <ac:spMk id="835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58"/>
            <ac:spMk id="839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58"/>
            <ac:spMk id="841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58"/>
            <ac:spMk id="843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58"/>
            <ac:spMk id="848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58"/>
            <ac:spMk id="851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58"/>
            <ac:spMk id="853" creationId="{00000000-0000-0000-0000-000000000000}"/>
          </ac:spMkLst>
        </pc:spChg>
      </pc:sldChg>
      <pc:sldChg chg="modSp del mod">
        <pc:chgData name="MARTIN FLORES SALDANA" userId="6c966fe5-6adf-4dcb-b1aa-1998e3e515b7" providerId="ADAL" clId="{085E4037-6E72-4D5B-9256-F1C06F44D3B9}" dt="2025-12-01T05:03:17.297" v="4446" actId="47"/>
        <pc:sldMkLst>
          <pc:docMk/>
          <pc:sldMk cId="0" sldId="259"/>
        </pc:sldMkLst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59"/>
            <ac:spMk id="880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59"/>
            <ac:spMk id="883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59"/>
            <ac:spMk id="886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59"/>
            <ac:spMk id="890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59"/>
            <ac:spMk id="894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59"/>
            <ac:spMk id="896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59"/>
            <ac:spMk id="899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59"/>
            <ac:spMk id="902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59"/>
            <ac:spMk id="905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59"/>
            <ac:spMk id="909" creationId="{00000000-0000-0000-0000-000000000000}"/>
          </ac:spMkLst>
        </pc:spChg>
      </pc:sldChg>
      <pc:sldChg chg="modSp del mod">
        <pc:chgData name="MARTIN FLORES SALDANA" userId="6c966fe5-6adf-4dcb-b1aa-1998e3e515b7" providerId="ADAL" clId="{085E4037-6E72-4D5B-9256-F1C06F44D3B9}" dt="2025-12-01T05:03:18.584" v="4448" actId="47"/>
        <pc:sldMkLst>
          <pc:docMk/>
          <pc:sldMk cId="0" sldId="260"/>
        </pc:sldMkLst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60"/>
            <ac:spMk id="914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60"/>
            <ac:spMk id="919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60"/>
            <ac:spMk id="921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60"/>
            <ac:spMk id="922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60"/>
            <ac:spMk id="925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60"/>
            <ac:spMk id="927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60"/>
            <ac:spMk id="928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60"/>
            <ac:spMk id="930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60"/>
            <ac:spMk id="931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60"/>
            <ac:spMk id="934" creationId="{00000000-0000-0000-0000-000000000000}"/>
          </ac:spMkLst>
        </pc:spChg>
      </pc:sldChg>
      <pc:sldChg chg="modSp del mod">
        <pc:chgData name="MARTIN FLORES SALDANA" userId="6c966fe5-6adf-4dcb-b1aa-1998e3e515b7" providerId="ADAL" clId="{085E4037-6E72-4D5B-9256-F1C06F44D3B9}" dt="2025-12-01T05:03:18.731" v="4449" actId="47"/>
        <pc:sldMkLst>
          <pc:docMk/>
          <pc:sldMk cId="0" sldId="261"/>
        </pc:sldMkLst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61"/>
            <ac:spMk id="939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61"/>
            <ac:spMk id="940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61"/>
            <ac:spMk id="941" creationId="{00000000-0000-0000-0000-000000000000}"/>
          </ac:spMkLst>
        </pc:spChg>
      </pc:sldChg>
      <pc:sldChg chg="modSp del mod">
        <pc:chgData name="MARTIN FLORES SALDANA" userId="6c966fe5-6adf-4dcb-b1aa-1998e3e515b7" providerId="ADAL" clId="{085E4037-6E72-4D5B-9256-F1C06F44D3B9}" dt="2025-12-01T05:03:18.877" v="4450" actId="47"/>
        <pc:sldMkLst>
          <pc:docMk/>
          <pc:sldMk cId="0" sldId="262"/>
        </pc:sldMkLst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62"/>
            <ac:spMk id="946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62"/>
            <ac:spMk id="947" creationId="{00000000-0000-0000-0000-000000000000}"/>
          </ac:spMkLst>
        </pc:spChg>
      </pc:sldChg>
      <pc:sldChg chg="modSp del mod">
        <pc:chgData name="MARTIN FLORES SALDANA" userId="6c966fe5-6adf-4dcb-b1aa-1998e3e515b7" providerId="ADAL" clId="{085E4037-6E72-4D5B-9256-F1C06F44D3B9}" dt="2025-12-01T05:03:19.025" v="4451" actId="47"/>
        <pc:sldMkLst>
          <pc:docMk/>
          <pc:sldMk cId="0" sldId="263"/>
        </pc:sldMkLst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63"/>
            <ac:spMk id="953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63"/>
            <ac:spMk id="954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63"/>
            <ac:spMk id="955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63"/>
            <ac:spMk id="956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63"/>
            <ac:spMk id="957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63"/>
            <ac:spMk id="958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63"/>
            <ac:spMk id="959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63"/>
            <ac:spMk id="960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63"/>
            <ac:spMk id="961" creationId="{00000000-0000-0000-0000-000000000000}"/>
          </ac:spMkLst>
        </pc:spChg>
      </pc:sldChg>
      <pc:sldChg chg="modSp del mod">
        <pc:chgData name="MARTIN FLORES SALDANA" userId="6c966fe5-6adf-4dcb-b1aa-1998e3e515b7" providerId="ADAL" clId="{085E4037-6E72-4D5B-9256-F1C06F44D3B9}" dt="2025-12-01T05:03:19.195" v="4452" actId="47"/>
        <pc:sldMkLst>
          <pc:docMk/>
          <pc:sldMk cId="0" sldId="264"/>
        </pc:sldMkLst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64"/>
            <ac:spMk id="966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64"/>
            <ac:spMk id="967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64"/>
            <ac:spMk id="968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64"/>
            <ac:spMk id="970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64"/>
            <ac:spMk id="971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64"/>
            <ac:spMk id="974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64"/>
            <ac:spMk id="976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64"/>
            <ac:spMk id="978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64"/>
            <ac:spMk id="979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64"/>
            <ac:spMk id="981" creationId="{00000000-0000-0000-0000-000000000000}"/>
          </ac:spMkLst>
        </pc:spChg>
      </pc:sldChg>
      <pc:sldChg chg="modSp del mod">
        <pc:chgData name="MARTIN FLORES SALDANA" userId="6c966fe5-6adf-4dcb-b1aa-1998e3e515b7" providerId="ADAL" clId="{085E4037-6E72-4D5B-9256-F1C06F44D3B9}" dt="2025-12-01T05:03:19.345" v="4453" actId="47"/>
        <pc:sldMkLst>
          <pc:docMk/>
          <pc:sldMk cId="0" sldId="265"/>
        </pc:sldMkLst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65"/>
            <ac:spMk id="994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65"/>
            <ac:spMk id="995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65"/>
            <ac:spMk id="999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65"/>
            <ac:spMk id="1005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65"/>
            <ac:spMk id="1007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65"/>
            <ac:spMk id="1008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65"/>
            <ac:spMk id="1010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65"/>
            <ac:spMk id="1017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65"/>
            <ac:spMk id="1019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65"/>
            <ac:spMk id="1021" creationId="{00000000-0000-0000-0000-000000000000}"/>
          </ac:spMkLst>
        </pc:spChg>
      </pc:sldChg>
      <pc:sldChg chg="modSp del mod">
        <pc:chgData name="MARTIN FLORES SALDANA" userId="6c966fe5-6adf-4dcb-b1aa-1998e3e515b7" providerId="ADAL" clId="{085E4037-6E72-4D5B-9256-F1C06F44D3B9}" dt="2025-12-01T05:03:19.482" v="4454" actId="47"/>
        <pc:sldMkLst>
          <pc:docMk/>
          <pc:sldMk cId="0" sldId="266"/>
        </pc:sldMkLst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66"/>
            <ac:spMk id="1030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66"/>
            <ac:spMk id="1046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66"/>
            <ac:spMk id="1052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66"/>
            <ac:spMk id="1055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66"/>
            <ac:spMk id="1062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66"/>
            <ac:spMk id="1064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66"/>
            <ac:spMk id="1065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66"/>
            <ac:spMk id="1073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66"/>
            <ac:spMk id="1078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66"/>
            <ac:spMk id="1092" creationId="{00000000-0000-0000-0000-000000000000}"/>
          </ac:spMkLst>
        </pc:spChg>
      </pc:sldChg>
      <pc:sldChg chg="modSp del mod">
        <pc:chgData name="MARTIN FLORES SALDANA" userId="6c966fe5-6adf-4dcb-b1aa-1998e3e515b7" providerId="ADAL" clId="{085E4037-6E72-4D5B-9256-F1C06F44D3B9}" dt="2025-12-01T05:03:19.607" v="4455" actId="47"/>
        <pc:sldMkLst>
          <pc:docMk/>
          <pc:sldMk cId="0" sldId="267"/>
        </pc:sldMkLst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67"/>
            <ac:spMk id="1098" creationId="{00000000-0000-0000-0000-000000000000}"/>
          </ac:spMkLst>
        </pc:spChg>
      </pc:sldChg>
      <pc:sldChg chg="modSp del mod">
        <pc:chgData name="MARTIN FLORES SALDANA" userId="6c966fe5-6adf-4dcb-b1aa-1998e3e515b7" providerId="ADAL" clId="{085E4037-6E72-4D5B-9256-F1C06F44D3B9}" dt="2025-12-01T05:03:19.746" v="4456" actId="47"/>
        <pc:sldMkLst>
          <pc:docMk/>
          <pc:sldMk cId="0" sldId="268"/>
        </pc:sldMkLst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68"/>
            <ac:spMk id="1104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68"/>
            <ac:spMk id="1108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68"/>
            <ac:spMk id="1111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68"/>
            <ac:spMk id="1113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68"/>
            <ac:spMk id="1114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68"/>
            <ac:spMk id="1120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68"/>
            <ac:spMk id="1121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68"/>
            <ac:spMk id="1123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68"/>
            <ac:spMk id="1124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68"/>
            <ac:spMk id="1130" creationId="{00000000-0000-0000-0000-000000000000}"/>
          </ac:spMkLst>
        </pc:spChg>
      </pc:sldChg>
      <pc:sldChg chg="modSp del mod">
        <pc:chgData name="MARTIN FLORES SALDANA" userId="6c966fe5-6adf-4dcb-b1aa-1998e3e515b7" providerId="ADAL" clId="{085E4037-6E72-4D5B-9256-F1C06F44D3B9}" dt="2025-12-01T05:03:20.105" v="4457" actId="47"/>
        <pc:sldMkLst>
          <pc:docMk/>
          <pc:sldMk cId="0" sldId="269"/>
        </pc:sldMkLst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69"/>
            <ac:spMk id="1137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69"/>
            <ac:spMk id="1145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69"/>
            <ac:spMk id="1147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69"/>
            <ac:spMk id="1151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69"/>
            <ac:spMk id="1153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69"/>
            <ac:spMk id="1160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69"/>
            <ac:spMk id="1161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69"/>
            <ac:spMk id="1167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69"/>
            <ac:spMk id="1168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69"/>
            <ac:spMk id="1171" creationId="{00000000-0000-0000-0000-000000000000}"/>
          </ac:spMkLst>
        </pc:spChg>
      </pc:sldChg>
      <pc:sldChg chg="modSp del mod">
        <pc:chgData name="MARTIN FLORES SALDANA" userId="6c966fe5-6adf-4dcb-b1aa-1998e3e515b7" providerId="ADAL" clId="{085E4037-6E72-4D5B-9256-F1C06F44D3B9}" dt="2025-12-01T05:03:20.318" v="4458" actId="47"/>
        <pc:sldMkLst>
          <pc:docMk/>
          <pc:sldMk cId="0" sldId="270"/>
        </pc:sldMkLst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70"/>
            <ac:spMk id="1177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70"/>
            <ac:spMk id="1178" creationId="{00000000-0000-0000-0000-000000000000}"/>
          </ac:spMkLst>
        </pc:spChg>
      </pc:sldChg>
      <pc:sldChg chg="modSp del mod">
        <pc:chgData name="MARTIN FLORES SALDANA" userId="6c966fe5-6adf-4dcb-b1aa-1998e3e515b7" providerId="ADAL" clId="{085E4037-6E72-4D5B-9256-F1C06F44D3B9}" dt="2025-12-01T05:03:20.464" v="4459" actId="47"/>
        <pc:sldMkLst>
          <pc:docMk/>
          <pc:sldMk cId="0" sldId="271"/>
        </pc:sldMkLst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71"/>
            <ac:spMk id="1185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71"/>
            <ac:spMk id="1188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71"/>
            <ac:spMk id="1189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71"/>
            <ac:spMk id="1193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71"/>
            <ac:spMk id="1198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71"/>
            <ac:spMk id="1202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71"/>
            <ac:spMk id="1206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71"/>
            <ac:spMk id="1212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71"/>
            <ac:spMk id="1218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71"/>
            <ac:spMk id="1221" creationId="{00000000-0000-0000-0000-000000000000}"/>
          </ac:spMkLst>
        </pc:spChg>
      </pc:sldChg>
      <pc:sldChg chg="modSp del mod">
        <pc:chgData name="MARTIN FLORES SALDANA" userId="6c966fe5-6adf-4dcb-b1aa-1998e3e515b7" providerId="ADAL" clId="{085E4037-6E72-4D5B-9256-F1C06F44D3B9}" dt="2025-12-01T05:03:20.638" v="4460" actId="47"/>
        <pc:sldMkLst>
          <pc:docMk/>
          <pc:sldMk cId="0" sldId="272"/>
        </pc:sldMkLst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72"/>
            <ac:spMk id="1226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72"/>
            <ac:spMk id="1227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72"/>
            <ac:spMk id="1228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72"/>
            <ac:spMk id="1229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72"/>
            <ac:spMk id="1232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72"/>
            <ac:spMk id="1239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72"/>
            <ac:spMk id="1240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72"/>
            <ac:spMk id="1243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72"/>
            <ac:spMk id="1244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72"/>
            <ac:spMk id="1245" creationId="{00000000-0000-0000-0000-000000000000}"/>
          </ac:spMkLst>
        </pc:spChg>
      </pc:sldChg>
      <pc:sldChg chg="modSp del mod">
        <pc:chgData name="MARTIN FLORES SALDANA" userId="6c966fe5-6adf-4dcb-b1aa-1998e3e515b7" providerId="ADAL" clId="{085E4037-6E72-4D5B-9256-F1C06F44D3B9}" dt="2025-12-01T05:03:20.821" v="4461" actId="47"/>
        <pc:sldMkLst>
          <pc:docMk/>
          <pc:sldMk cId="0" sldId="273"/>
        </pc:sldMkLst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73"/>
            <ac:spMk id="1251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73"/>
            <ac:spMk id="1256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73"/>
            <ac:spMk id="1258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73"/>
            <ac:spMk id="1261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73"/>
            <ac:spMk id="1263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73"/>
            <ac:spMk id="1264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73"/>
            <ac:spMk id="1265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73"/>
            <ac:spMk id="1274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73"/>
            <ac:spMk id="1276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73"/>
            <ac:spMk id="1279" creationId="{00000000-0000-0000-0000-000000000000}"/>
          </ac:spMkLst>
        </pc:spChg>
      </pc:sldChg>
      <pc:sldChg chg="modSp del mod">
        <pc:chgData name="MARTIN FLORES SALDANA" userId="6c966fe5-6adf-4dcb-b1aa-1998e3e515b7" providerId="ADAL" clId="{085E4037-6E72-4D5B-9256-F1C06F44D3B9}" dt="2025-12-01T05:03:21.177" v="4462" actId="47"/>
        <pc:sldMkLst>
          <pc:docMk/>
          <pc:sldMk cId="0" sldId="274"/>
        </pc:sldMkLst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74"/>
            <ac:spMk id="1284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74"/>
            <ac:spMk id="1285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74"/>
            <ac:spMk id="1287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74"/>
            <ac:spMk id="1288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74"/>
            <ac:spMk id="1289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74"/>
            <ac:spMk id="1290" creationId="{00000000-0000-0000-0000-000000000000}"/>
          </ac:spMkLst>
        </pc:spChg>
      </pc:sldChg>
      <pc:sldChg chg="modSp del mod">
        <pc:chgData name="MARTIN FLORES SALDANA" userId="6c966fe5-6adf-4dcb-b1aa-1998e3e515b7" providerId="ADAL" clId="{085E4037-6E72-4D5B-9256-F1C06F44D3B9}" dt="2025-12-01T05:03:21.365" v="4463" actId="47"/>
        <pc:sldMkLst>
          <pc:docMk/>
          <pc:sldMk cId="0" sldId="275"/>
        </pc:sldMkLst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75"/>
            <ac:spMk id="1297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75"/>
            <ac:spMk id="1298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75"/>
            <ac:spMk id="1299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75"/>
            <ac:spMk id="1300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75"/>
            <ac:spMk id="1301" creationId="{00000000-0000-0000-0000-000000000000}"/>
          </ac:spMkLst>
        </pc:spChg>
      </pc:sldChg>
      <pc:sldChg chg="modSp del mod">
        <pc:chgData name="MARTIN FLORES SALDANA" userId="6c966fe5-6adf-4dcb-b1aa-1998e3e515b7" providerId="ADAL" clId="{085E4037-6E72-4D5B-9256-F1C06F44D3B9}" dt="2025-12-01T05:03:21.578" v="4464" actId="47"/>
        <pc:sldMkLst>
          <pc:docMk/>
          <pc:sldMk cId="0" sldId="276"/>
        </pc:sldMkLst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76"/>
            <ac:spMk id="1307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76"/>
            <ac:spMk id="1308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76"/>
            <ac:spMk id="1310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76"/>
            <ac:spMk id="1311" creationId="{00000000-0000-0000-0000-000000000000}"/>
          </ac:spMkLst>
        </pc:spChg>
      </pc:sldChg>
      <pc:sldChg chg="modSp del mod">
        <pc:chgData name="MARTIN FLORES SALDANA" userId="6c966fe5-6adf-4dcb-b1aa-1998e3e515b7" providerId="ADAL" clId="{085E4037-6E72-4D5B-9256-F1C06F44D3B9}" dt="2025-12-01T05:03:22.043" v="4465" actId="47"/>
        <pc:sldMkLst>
          <pc:docMk/>
          <pc:sldMk cId="0" sldId="277"/>
        </pc:sldMkLst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77"/>
            <ac:spMk id="1317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77"/>
            <ac:spMk id="1318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77"/>
            <ac:spMk id="1319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77"/>
            <ac:spMk id="1320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77"/>
            <ac:spMk id="1321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77"/>
            <ac:spMk id="1322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77"/>
            <ac:spMk id="1323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77"/>
            <ac:spMk id="1325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77"/>
            <ac:spMk id="1326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77"/>
            <ac:spMk id="1327" creationId="{00000000-0000-0000-0000-000000000000}"/>
          </ac:spMkLst>
        </pc:spChg>
      </pc:sldChg>
      <pc:sldChg chg="modSp del mod">
        <pc:chgData name="MARTIN FLORES SALDANA" userId="6c966fe5-6adf-4dcb-b1aa-1998e3e515b7" providerId="ADAL" clId="{085E4037-6E72-4D5B-9256-F1C06F44D3B9}" dt="2025-12-01T05:03:22.302" v="4466" actId="47"/>
        <pc:sldMkLst>
          <pc:docMk/>
          <pc:sldMk cId="0" sldId="278"/>
        </pc:sldMkLst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78"/>
            <ac:spMk id="1334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78"/>
            <ac:spMk id="1336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78"/>
            <ac:spMk id="1343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78"/>
            <ac:spMk id="1355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78"/>
            <ac:spMk id="1356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78"/>
            <ac:spMk id="1357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78"/>
            <ac:spMk id="1364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78"/>
            <ac:spMk id="1380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78"/>
            <ac:spMk id="1393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78"/>
            <ac:spMk id="1399" creationId="{00000000-0000-0000-0000-000000000000}"/>
          </ac:spMkLst>
        </pc:spChg>
      </pc:sldChg>
      <pc:sldChg chg="modSp del mod">
        <pc:chgData name="MARTIN FLORES SALDANA" userId="6c966fe5-6adf-4dcb-b1aa-1998e3e515b7" providerId="ADAL" clId="{085E4037-6E72-4D5B-9256-F1C06F44D3B9}" dt="2025-12-01T05:03:22.503" v="4467" actId="47"/>
        <pc:sldMkLst>
          <pc:docMk/>
          <pc:sldMk cId="0" sldId="279"/>
        </pc:sldMkLst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79"/>
            <ac:spMk id="1412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79"/>
            <ac:spMk id="1415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79"/>
            <ac:spMk id="1416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79"/>
            <ac:spMk id="1420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79"/>
            <ac:spMk id="1426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79"/>
            <ac:spMk id="1427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79"/>
            <ac:spMk id="1428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79"/>
            <ac:spMk id="1429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79"/>
            <ac:spMk id="1431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79"/>
            <ac:spMk id="1432" creationId="{00000000-0000-0000-0000-000000000000}"/>
          </ac:spMkLst>
        </pc:spChg>
      </pc:sldChg>
      <pc:sldChg chg="modSp del mod">
        <pc:chgData name="MARTIN FLORES SALDANA" userId="6c966fe5-6adf-4dcb-b1aa-1998e3e515b7" providerId="ADAL" clId="{085E4037-6E72-4D5B-9256-F1C06F44D3B9}" dt="2025-12-01T05:03:22.625" v="4468" actId="47"/>
        <pc:sldMkLst>
          <pc:docMk/>
          <pc:sldMk cId="0" sldId="280"/>
        </pc:sldMkLst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80"/>
            <ac:spMk id="1441" creationId="{00000000-0000-0000-0000-000000000000}"/>
          </ac:spMkLst>
        </pc:spChg>
        <pc:graphicFrameChg chg="modGraphic">
          <ac:chgData name="MARTIN FLORES SALDANA" userId="6c966fe5-6adf-4dcb-b1aa-1998e3e515b7" providerId="ADAL" clId="{085E4037-6E72-4D5B-9256-F1C06F44D3B9}" dt="2025-12-01T04:13:54.739" v="784" actId="790"/>
          <ac:graphicFrameMkLst>
            <pc:docMk/>
            <pc:sldMk cId="0" sldId="280"/>
            <ac:graphicFrameMk id="1442" creationId="{00000000-0000-0000-0000-000000000000}"/>
          </ac:graphicFrameMkLst>
        </pc:graphicFrameChg>
      </pc:sldChg>
      <pc:sldChg chg="modSp del mod">
        <pc:chgData name="MARTIN FLORES SALDANA" userId="6c966fe5-6adf-4dcb-b1aa-1998e3e515b7" providerId="ADAL" clId="{085E4037-6E72-4D5B-9256-F1C06F44D3B9}" dt="2025-12-01T05:03:22.769" v="4469" actId="47"/>
        <pc:sldMkLst>
          <pc:docMk/>
          <pc:sldMk cId="0" sldId="281"/>
        </pc:sldMkLst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81"/>
            <ac:spMk id="1447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81"/>
            <ac:spMk id="1448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81"/>
            <ac:spMk id="1449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81"/>
            <ac:spMk id="1450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81"/>
            <ac:spMk id="1451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81"/>
            <ac:spMk id="1452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81"/>
            <ac:spMk id="1453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81"/>
            <ac:spMk id="1454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81"/>
            <ac:spMk id="1455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81"/>
            <ac:spMk id="1456" creationId="{00000000-0000-0000-0000-000000000000}"/>
          </ac:spMkLst>
        </pc:spChg>
      </pc:sldChg>
      <pc:sldChg chg="modSp del mod">
        <pc:chgData name="MARTIN FLORES SALDANA" userId="6c966fe5-6adf-4dcb-b1aa-1998e3e515b7" providerId="ADAL" clId="{085E4037-6E72-4D5B-9256-F1C06F44D3B9}" dt="2025-12-01T05:03:22.921" v="4470" actId="47"/>
        <pc:sldMkLst>
          <pc:docMk/>
          <pc:sldMk cId="0" sldId="282"/>
        </pc:sldMkLst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82"/>
            <ac:spMk id="1462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82"/>
            <ac:spMk id="1463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82"/>
            <ac:spMk id="1466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82"/>
            <ac:spMk id="1467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82"/>
            <ac:spMk id="1468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82"/>
            <ac:spMk id="1469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82"/>
            <ac:spMk id="1470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82"/>
            <ac:spMk id="1473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82"/>
            <ac:spMk id="1474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82"/>
            <ac:spMk id="1475" creationId="{00000000-0000-0000-0000-000000000000}"/>
          </ac:spMkLst>
        </pc:spChg>
      </pc:sldChg>
      <pc:sldChg chg="modSp del mod">
        <pc:chgData name="MARTIN FLORES SALDANA" userId="6c966fe5-6adf-4dcb-b1aa-1998e3e515b7" providerId="ADAL" clId="{085E4037-6E72-4D5B-9256-F1C06F44D3B9}" dt="2025-12-01T05:03:23.131" v="4471" actId="47"/>
        <pc:sldMkLst>
          <pc:docMk/>
          <pc:sldMk cId="0" sldId="283"/>
        </pc:sldMkLst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83"/>
            <ac:spMk id="1481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83"/>
            <ac:spMk id="1483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83"/>
            <ac:spMk id="1486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83"/>
            <ac:spMk id="1487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83"/>
            <ac:spMk id="1488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83"/>
            <ac:spMk id="1489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83"/>
            <ac:spMk id="1490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83"/>
            <ac:spMk id="1491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83"/>
            <ac:spMk id="1492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83"/>
            <ac:spMk id="1493" creationId="{00000000-0000-0000-0000-000000000000}"/>
          </ac:spMkLst>
        </pc:spChg>
      </pc:sldChg>
      <pc:sldChg chg="modSp del mod">
        <pc:chgData name="MARTIN FLORES SALDANA" userId="6c966fe5-6adf-4dcb-b1aa-1998e3e515b7" providerId="ADAL" clId="{085E4037-6E72-4D5B-9256-F1C06F44D3B9}" dt="2025-12-01T05:03:23.269" v="4472" actId="47"/>
        <pc:sldMkLst>
          <pc:docMk/>
          <pc:sldMk cId="0" sldId="284"/>
        </pc:sldMkLst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84"/>
            <ac:spMk id="1499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84"/>
            <ac:spMk id="1502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84"/>
            <ac:spMk id="1503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84"/>
            <ac:spMk id="1507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84"/>
            <ac:spMk id="1509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84"/>
            <ac:spMk id="1512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84"/>
            <ac:spMk id="1517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84"/>
            <ac:spMk id="1518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84"/>
            <ac:spMk id="1519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84"/>
            <ac:spMk id="1520" creationId="{00000000-0000-0000-0000-000000000000}"/>
          </ac:spMkLst>
        </pc:spChg>
      </pc:sldChg>
      <pc:sldChg chg="modSp del mod">
        <pc:chgData name="MARTIN FLORES SALDANA" userId="6c966fe5-6adf-4dcb-b1aa-1998e3e515b7" providerId="ADAL" clId="{085E4037-6E72-4D5B-9256-F1C06F44D3B9}" dt="2025-12-01T05:03:23.352" v="4473" actId="47"/>
        <pc:sldMkLst>
          <pc:docMk/>
          <pc:sldMk cId="0" sldId="285"/>
        </pc:sldMkLst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85"/>
            <ac:spMk id="1528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85"/>
            <ac:spMk id="1530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85"/>
            <ac:spMk id="1531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85"/>
            <ac:spMk id="1532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85"/>
            <ac:spMk id="1533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85"/>
            <ac:spMk id="1534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85"/>
            <ac:spMk id="1535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85"/>
            <ac:spMk id="1536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85"/>
            <ac:spMk id="1537" creationId="{00000000-0000-0000-0000-000000000000}"/>
          </ac:spMkLst>
        </pc:spChg>
        <pc:graphicFrameChg chg="modGraphic">
          <ac:chgData name="MARTIN FLORES SALDANA" userId="6c966fe5-6adf-4dcb-b1aa-1998e3e515b7" providerId="ADAL" clId="{085E4037-6E72-4D5B-9256-F1C06F44D3B9}" dt="2025-12-01T04:13:54.739" v="784" actId="790"/>
          <ac:graphicFrameMkLst>
            <pc:docMk/>
            <pc:sldMk cId="0" sldId="285"/>
            <ac:graphicFrameMk id="1529" creationId="{00000000-0000-0000-0000-000000000000}"/>
          </ac:graphicFrameMkLst>
        </pc:graphicFrameChg>
      </pc:sldChg>
      <pc:sldChg chg="modSp del mod">
        <pc:chgData name="MARTIN FLORES SALDANA" userId="6c966fe5-6adf-4dcb-b1aa-1998e3e515b7" providerId="ADAL" clId="{085E4037-6E72-4D5B-9256-F1C06F44D3B9}" dt="2025-12-01T05:03:23.516" v="4474" actId="47"/>
        <pc:sldMkLst>
          <pc:docMk/>
          <pc:sldMk cId="0" sldId="286"/>
        </pc:sldMkLst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86"/>
            <ac:spMk id="1544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86"/>
            <ac:spMk id="1547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86"/>
            <ac:spMk id="1548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86"/>
            <ac:spMk id="1556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86"/>
            <ac:spMk id="1559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86"/>
            <ac:spMk id="1561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86"/>
            <ac:spMk id="1563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86"/>
            <ac:spMk id="1566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86"/>
            <ac:spMk id="1567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86"/>
            <ac:spMk id="1570" creationId="{00000000-0000-0000-0000-000000000000}"/>
          </ac:spMkLst>
        </pc:spChg>
      </pc:sldChg>
      <pc:sldChg chg="modSp del mod">
        <pc:chgData name="MARTIN FLORES SALDANA" userId="6c966fe5-6adf-4dcb-b1aa-1998e3e515b7" providerId="ADAL" clId="{085E4037-6E72-4D5B-9256-F1C06F44D3B9}" dt="2025-12-01T05:03:23.693" v="4475" actId="47"/>
        <pc:sldMkLst>
          <pc:docMk/>
          <pc:sldMk cId="0" sldId="287"/>
        </pc:sldMkLst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87"/>
            <ac:spMk id="1596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87"/>
            <ac:spMk id="1605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87"/>
            <ac:spMk id="1617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87"/>
            <ac:spMk id="1618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87"/>
            <ac:spMk id="1637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87"/>
            <ac:spMk id="1644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87"/>
            <ac:spMk id="1646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87"/>
            <ac:spMk id="1649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87"/>
            <ac:spMk id="1670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87"/>
            <ac:spMk id="1680" creationId="{00000000-0000-0000-0000-000000000000}"/>
          </ac:spMkLst>
        </pc:spChg>
      </pc:sldChg>
      <pc:sldChg chg="modSp del mod">
        <pc:chgData name="MARTIN FLORES SALDANA" userId="6c966fe5-6adf-4dcb-b1aa-1998e3e515b7" providerId="ADAL" clId="{085E4037-6E72-4D5B-9256-F1C06F44D3B9}" dt="2025-12-01T05:03:23.886" v="4476" actId="47"/>
        <pc:sldMkLst>
          <pc:docMk/>
          <pc:sldMk cId="0" sldId="288"/>
        </pc:sldMkLst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88"/>
            <ac:spMk id="1695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88"/>
            <ac:spMk id="1697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88"/>
            <ac:spMk id="1698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88"/>
            <ac:spMk id="1703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88"/>
            <ac:spMk id="1705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88"/>
            <ac:spMk id="1706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88"/>
            <ac:spMk id="1707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88"/>
            <ac:spMk id="1711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88"/>
            <ac:spMk id="1717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88"/>
            <ac:spMk id="1725" creationId="{00000000-0000-0000-0000-000000000000}"/>
          </ac:spMkLst>
        </pc:spChg>
      </pc:sldChg>
      <pc:sldChg chg="modSp del mod">
        <pc:chgData name="MARTIN FLORES SALDANA" userId="6c966fe5-6adf-4dcb-b1aa-1998e3e515b7" providerId="ADAL" clId="{085E4037-6E72-4D5B-9256-F1C06F44D3B9}" dt="2025-12-01T05:03:23.988" v="4477" actId="47"/>
        <pc:sldMkLst>
          <pc:docMk/>
          <pc:sldMk cId="0" sldId="289"/>
        </pc:sldMkLst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89"/>
            <ac:spMk id="1734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89"/>
            <ac:spMk id="1737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89"/>
            <ac:spMk id="1739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89"/>
            <ac:spMk id="1743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89"/>
            <ac:spMk id="1758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89"/>
            <ac:spMk id="1765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89"/>
            <ac:spMk id="1769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89"/>
            <ac:spMk id="1770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89"/>
            <ac:spMk id="1771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89"/>
            <ac:spMk id="1774" creationId="{00000000-0000-0000-0000-000000000000}"/>
          </ac:spMkLst>
        </pc:spChg>
      </pc:sldChg>
      <pc:sldChg chg="modSp del mod">
        <pc:chgData name="MARTIN FLORES SALDANA" userId="6c966fe5-6adf-4dcb-b1aa-1998e3e515b7" providerId="ADAL" clId="{085E4037-6E72-4D5B-9256-F1C06F44D3B9}" dt="2025-12-01T05:03:24.130" v="4478" actId="47"/>
        <pc:sldMkLst>
          <pc:docMk/>
          <pc:sldMk cId="0" sldId="290"/>
        </pc:sldMkLst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90"/>
            <ac:spMk id="1779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90"/>
            <ac:spMk id="1786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90"/>
            <ac:spMk id="1789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90"/>
            <ac:spMk id="1790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90"/>
            <ac:spMk id="1793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90"/>
            <ac:spMk id="1799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90"/>
            <ac:spMk id="1805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90"/>
            <ac:spMk id="1815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90"/>
            <ac:spMk id="1818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90"/>
            <ac:spMk id="1821" creationId="{00000000-0000-0000-0000-000000000000}"/>
          </ac:spMkLst>
        </pc:spChg>
      </pc:sldChg>
      <pc:sldChg chg="modSp del mod">
        <pc:chgData name="MARTIN FLORES SALDANA" userId="6c966fe5-6adf-4dcb-b1aa-1998e3e515b7" providerId="ADAL" clId="{085E4037-6E72-4D5B-9256-F1C06F44D3B9}" dt="2025-12-01T05:03:24.345" v="4479" actId="47"/>
        <pc:sldMkLst>
          <pc:docMk/>
          <pc:sldMk cId="0" sldId="291"/>
        </pc:sldMkLst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91"/>
            <ac:spMk id="1839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91"/>
            <ac:spMk id="1848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91"/>
            <ac:spMk id="1859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91"/>
            <ac:spMk id="1874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91"/>
            <ac:spMk id="1935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91"/>
            <ac:spMk id="1940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91"/>
            <ac:spMk id="1963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91"/>
            <ac:spMk id="1996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91"/>
            <ac:spMk id="2017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91"/>
            <ac:spMk id="2050" creationId="{00000000-0000-0000-0000-000000000000}"/>
          </ac:spMkLst>
        </pc:spChg>
      </pc:sldChg>
      <pc:sldChg chg="modSp del mod">
        <pc:chgData name="MARTIN FLORES SALDANA" userId="6c966fe5-6adf-4dcb-b1aa-1998e3e515b7" providerId="ADAL" clId="{085E4037-6E72-4D5B-9256-F1C06F44D3B9}" dt="2025-12-01T05:03:24.516" v="4480" actId="47"/>
        <pc:sldMkLst>
          <pc:docMk/>
          <pc:sldMk cId="0" sldId="292"/>
        </pc:sldMkLst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92"/>
            <ac:spMk id="2070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92"/>
            <ac:spMk id="2079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92"/>
            <ac:spMk id="2084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92"/>
            <ac:spMk id="2088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92"/>
            <ac:spMk id="2098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92"/>
            <ac:spMk id="2100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92"/>
            <ac:spMk id="2105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92"/>
            <ac:spMk id="2113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92"/>
            <ac:spMk id="2115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92"/>
            <ac:spMk id="2129" creationId="{00000000-0000-0000-0000-000000000000}"/>
          </ac:spMkLst>
        </pc:spChg>
      </pc:sldChg>
      <pc:sldChg chg="modSp del mod">
        <pc:chgData name="MARTIN FLORES SALDANA" userId="6c966fe5-6adf-4dcb-b1aa-1998e3e515b7" providerId="ADAL" clId="{085E4037-6E72-4D5B-9256-F1C06F44D3B9}" dt="2025-12-01T05:03:24.668" v="4481" actId="47"/>
        <pc:sldMkLst>
          <pc:docMk/>
          <pc:sldMk cId="0" sldId="293"/>
        </pc:sldMkLst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93"/>
            <ac:spMk id="2136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93"/>
            <ac:spMk id="2137" creationId="{00000000-0000-0000-0000-000000000000}"/>
          </ac:spMkLst>
        </pc:spChg>
      </pc:sldChg>
      <pc:sldChg chg="modSp del mod">
        <pc:chgData name="MARTIN FLORES SALDANA" userId="6c966fe5-6adf-4dcb-b1aa-1998e3e515b7" providerId="ADAL" clId="{085E4037-6E72-4D5B-9256-F1C06F44D3B9}" dt="2025-12-01T05:03:24.870" v="4482" actId="47"/>
        <pc:sldMkLst>
          <pc:docMk/>
          <pc:sldMk cId="0" sldId="294"/>
        </pc:sldMkLst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94"/>
            <ac:spMk id="2142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94"/>
            <ac:spMk id="2143" creationId="{00000000-0000-0000-0000-000000000000}"/>
          </ac:spMkLst>
        </pc:spChg>
      </pc:sldChg>
      <pc:sldChg chg="modSp del mod">
        <pc:chgData name="MARTIN FLORES SALDANA" userId="6c966fe5-6adf-4dcb-b1aa-1998e3e515b7" providerId="ADAL" clId="{085E4037-6E72-4D5B-9256-F1C06F44D3B9}" dt="2025-12-01T05:03:24.984" v="4483" actId="47"/>
        <pc:sldMkLst>
          <pc:docMk/>
          <pc:sldMk cId="0" sldId="295"/>
        </pc:sldMkLst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95"/>
            <ac:spMk id="2148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95"/>
            <ac:spMk id="2149" creationId="{00000000-0000-0000-0000-000000000000}"/>
          </ac:spMkLst>
        </pc:spChg>
      </pc:sldChg>
      <pc:sldChg chg="modSp del mod">
        <pc:chgData name="MARTIN FLORES SALDANA" userId="6c966fe5-6adf-4dcb-b1aa-1998e3e515b7" providerId="ADAL" clId="{085E4037-6E72-4D5B-9256-F1C06F44D3B9}" dt="2025-12-01T05:03:25.200" v="4484" actId="47"/>
        <pc:sldMkLst>
          <pc:docMk/>
          <pc:sldMk cId="0" sldId="296"/>
        </pc:sldMkLst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96"/>
            <ac:spMk id="2155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96"/>
            <ac:spMk id="2156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96"/>
            <ac:spMk id="2157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96"/>
            <ac:spMk id="2158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96"/>
            <ac:spMk id="2159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96"/>
            <ac:spMk id="2160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96"/>
            <ac:spMk id="2162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96"/>
            <ac:spMk id="2164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96"/>
            <ac:spMk id="2165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96"/>
            <ac:spMk id="2167" creationId="{00000000-0000-0000-0000-000000000000}"/>
          </ac:spMkLst>
        </pc:spChg>
      </pc:sldChg>
      <pc:sldChg chg="modSp del mod">
        <pc:chgData name="MARTIN FLORES SALDANA" userId="6c966fe5-6adf-4dcb-b1aa-1998e3e515b7" providerId="ADAL" clId="{085E4037-6E72-4D5B-9256-F1C06F44D3B9}" dt="2025-12-01T05:03:25.422" v="4485" actId="47"/>
        <pc:sldMkLst>
          <pc:docMk/>
          <pc:sldMk cId="0" sldId="297"/>
        </pc:sldMkLst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97"/>
            <ac:spMk id="2172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97"/>
            <ac:spMk id="2173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97"/>
            <ac:spMk id="2175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97"/>
            <ac:spMk id="2176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97"/>
            <ac:spMk id="2177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97"/>
            <ac:spMk id="2178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97"/>
            <ac:spMk id="2183" creationId="{00000000-0000-0000-0000-000000000000}"/>
          </ac:spMkLst>
        </pc:spChg>
      </pc:sldChg>
      <pc:sldChg chg="modSp del mod">
        <pc:chgData name="MARTIN FLORES SALDANA" userId="6c966fe5-6adf-4dcb-b1aa-1998e3e515b7" providerId="ADAL" clId="{085E4037-6E72-4D5B-9256-F1C06F44D3B9}" dt="2025-12-01T05:03:25.777" v="4486" actId="47"/>
        <pc:sldMkLst>
          <pc:docMk/>
          <pc:sldMk cId="0" sldId="298"/>
        </pc:sldMkLst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98"/>
            <ac:spMk id="2198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98"/>
            <ac:spMk id="2211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98"/>
            <ac:spMk id="2221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98"/>
            <ac:spMk id="2233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98"/>
            <ac:spMk id="2249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98"/>
            <ac:spMk id="2258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98"/>
            <ac:spMk id="2414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98"/>
            <ac:spMk id="2447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98"/>
            <ac:spMk id="2448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98"/>
            <ac:spMk id="2465" creationId="{00000000-0000-0000-0000-000000000000}"/>
          </ac:spMkLst>
        </pc:spChg>
      </pc:sldChg>
      <pc:sldChg chg="modSp del mod">
        <pc:chgData name="MARTIN FLORES SALDANA" userId="6c966fe5-6adf-4dcb-b1aa-1998e3e515b7" providerId="ADAL" clId="{085E4037-6E72-4D5B-9256-F1C06F44D3B9}" dt="2025-12-01T05:03:26.255" v="4487" actId="47"/>
        <pc:sldMkLst>
          <pc:docMk/>
          <pc:sldMk cId="0" sldId="299"/>
        </pc:sldMkLst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99"/>
            <ac:spMk id="3677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99"/>
            <ac:spMk id="4361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99"/>
            <ac:spMk id="4761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99"/>
            <ac:spMk id="5107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99"/>
            <ac:spMk id="5715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99"/>
            <ac:spMk id="6349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99"/>
            <ac:spMk id="6698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99"/>
            <ac:spMk id="7089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99"/>
            <ac:spMk id="7734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299"/>
            <ac:spMk id="8381" creationId="{00000000-0000-0000-0000-000000000000}"/>
          </ac:spMkLst>
        </pc:spChg>
      </pc:sldChg>
      <pc:sldChg chg="modSp del mod">
        <pc:chgData name="MARTIN FLORES SALDANA" userId="6c966fe5-6adf-4dcb-b1aa-1998e3e515b7" providerId="ADAL" clId="{085E4037-6E72-4D5B-9256-F1C06F44D3B9}" dt="2025-12-01T05:03:26.742" v="4488" actId="47"/>
        <pc:sldMkLst>
          <pc:docMk/>
          <pc:sldMk cId="0" sldId="300"/>
        </pc:sldMkLst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300"/>
            <ac:spMk id="8482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300"/>
            <ac:spMk id="8485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300"/>
            <ac:spMk id="8509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300"/>
            <ac:spMk id="8578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300"/>
            <ac:spMk id="8614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300"/>
            <ac:spMk id="8658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300"/>
            <ac:spMk id="8699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300"/>
            <ac:spMk id="8763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300"/>
            <ac:spMk id="8819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300"/>
            <ac:spMk id="8840" creationId="{00000000-0000-0000-0000-000000000000}"/>
          </ac:spMkLst>
        </pc:spChg>
      </pc:sldChg>
      <pc:sldChg chg="modSp del mod">
        <pc:chgData name="MARTIN FLORES SALDANA" userId="6c966fe5-6adf-4dcb-b1aa-1998e3e515b7" providerId="ADAL" clId="{085E4037-6E72-4D5B-9256-F1C06F44D3B9}" dt="2025-12-01T05:03:26.941" v="4489" actId="47"/>
        <pc:sldMkLst>
          <pc:docMk/>
          <pc:sldMk cId="0" sldId="301"/>
        </pc:sldMkLst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301"/>
            <ac:spMk id="8880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301"/>
            <ac:spMk id="8901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301"/>
            <ac:spMk id="8908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301"/>
            <ac:spMk id="8919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301"/>
            <ac:spMk id="8926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301"/>
            <ac:spMk id="8944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301"/>
            <ac:spMk id="8964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301"/>
            <ac:spMk id="8989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301"/>
            <ac:spMk id="9006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301"/>
            <ac:spMk id="9013" creationId="{00000000-0000-0000-0000-000000000000}"/>
          </ac:spMkLst>
        </pc:spChg>
      </pc:sldChg>
      <pc:sldChg chg="modSp del mod">
        <pc:chgData name="MARTIN FLORES SALDANA" userId="6c966fe5-6adf-4dcb-b1aa-1998e3e515b7" providerId="ADAL" clId="{085E4037-6E72-4D5B-9256-F1C06F44D3B9}" dt="2025-12-01T05:03:27.131" v="4490" actId="47"/>
        <pc:sldMkLst>
          <pc:docMk/>
          <pc:sldMk cId="0" sldId="302"/>
        </pc:sldMkLst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302"/>
            <ac:spMk id="9134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302"/>
            <ac:spMk id="9154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302"/>
            <ac:spMk id="9192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302"/>
            <ac:spMk id="9198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302"/>
            <ac:spMk id="9220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302"/>
            <ac:spMk id="9262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302"/>
            <ac:spMk id="9273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302"/>
            <ac:spMk id="9274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302"/>
            <ac:spMk id="9283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302"/>
            <ac:spMk id="9325" creationId="{00000000-0000-0000-0000-000000000000}"/>
          </ac:spMkLst>
        </pc:spChg>
      </pc:sldChg>
      <pc:sldChg chg="modSp del mod">
        <pc:chgData name="MARTIN FLORES SALDANA" userId="6c966fe5-6adf-4dcb-b1aa-1998e3e515b7" providerId="ADAL" clId="{085E4037-6E72-4D5B-9256-F1C06F44D3B9}" dt="2025-12-01T05:03:27.326" v="4491" actId="47"/>
        <pc:sldMkLst>
          <pc:docMk/>
          <pc:sldMk cId="0" sldId="303"/>
        </pc:sldMkLst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303"/>
            <ac:spMk id="9490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303"/>
            <ac:spMk id="9516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303"/>
            <ac:spMk id="9562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303"/>
            <ac:spMk id="9566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303"/>
            <ac:spMk id="9570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303"/>
            <ac:spMk id="9571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303"/>
            <ac:spMk id="9575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303"/>
            <ac:spMk id="9578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303"/>
            <ac:spMk id="9583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303"/>
            <ac:spMk id="9585" creationId="{00000000-0000-0000-0000-000000000000}"/>
          </ac:spMkLst>
        </pc:spChg>
      </pc:sldChg>
      <pc:sldChg chg="modSp del mod">
        <pc:chgData name="MARTIN FLORES SALDANA" userId="6c966fe5-6adf-4dcb-b1aa-1998e3e515b7" providerId="ADAL" clId="{085E4037-6E72-4D5B-9256-F1C06F44D3B9}" dt="2025-12-01T05:03:27.636" v="4492" actId="47"/>
        <pc:sldMkLst>
          <pc:docMk/>
          <pc:sldMk cId="0" sldId="304"/>
        </pc:sldMkLst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304"/>
            <ac:spMk id="10007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304"/>
            <ac:spMk id="10017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304"/>
            <ac:spMk id="10018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304"/>
            <ac:spMk id="10044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304"/>
            <ac:spMk id="10068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304"/>
            <ac:spMk id="10087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304"/>
            <ac:spMk id="10090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304"/>
            <ac:spMk id="10093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304"/>
            <ac:spMk id="10098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304"/>
            <ac:spMk id="10109" creationId="{00000000-0000-0000-0000-000000000000}"/>
          </ac:spMkLst>
        </pc:spChg>
      </pc:sldChg>
      <pc:sldChg chg="modSp del mod">
        <pc:chgData name="MARTIN FLORES SALDANA" userId="6c966fe5-6adf-4dcb-b1aa-1998e3e515b7" providerId="ADAL" clId="{085E4037-6E72-4D5B-9256-F1C06F44D3B9}" dt="2025-12-01T05:03:27.924" v="4493" actId="47"/>
        <pc:sldMkLst>
          <pc:docMk/>
          <pc:sldMk cId="0" sldId="305"/>
        </pc:sldMkLst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305"/>
            <ac:spMk id="10122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305"/>
            <ac:spMk id="10141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305"/>
            <ac:spMk id="10157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305"/>
            <ac:spMk id="10160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305"/>
            <ac:spMk id="10164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305"/>
            <ac:spMk id="10181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305"/>
            <ac:spMk id="10197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305"/>
            <ac:spMk id="10201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305"/>
            <ac:spMk id="10228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305"/>
            <ac:spMk id="10257" creationId="{00000000-0000-0000-0000-000000000000}"/>
          </ac:spMkLst>
        </pc:spChg>
      </pc:sldChg>
      <pc:sldChg chg="modSp del mod">
        <pc:chgData name="MARTIN FLORES SALDANA" userId="6c966fe5-6adf-4dcb-b1aa-1998e3e515b7" providerId="ADAL" clId="{085E4037-6E72-4D5B-9256-F1C06F44D3B9}" dt="2025-12-01T05:03:28.207" v="4494" actId="47"/>
        <pc:sldMkLst>
          <pc:docMk/>
          <pc:sldMk cId="0" sldId="306"/>
        </pc:sldMkLst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306"/>
            <ac:spMk id="10481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306"/>
            <ac:spMk id="10524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306"/>
            <ac:spMk id="10568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306"/>
            <ac:spMk id="10572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306"/>
            <ac:spMk id="10581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306"/>
            <ac:spMk id="10583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306"/>
            <ac:spMk id="10610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306"/>
            <ac:spMk id="10622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306"/>
            <ac:spMk id="10653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306"/>
            <ac:spMk id="10704" creationId="{00000000-0000-0000-0000-000000000000}"/>
          </ac:spMkLst>
        </pc:spChg>
      </pc:sldChg>
      <pc:sldChg chg="modSp del mod">
        <pc:chgData name="MARTIN FLORES SALDANA" userId="6c966fe5-6adf-4dcb-b1aa-1998e3e515b7" providerId="ADAL" clId="{085E4037-6E72-4D5B-9256-F1C06F44D3B9}" dt="2025-12-01T05:03:28.515" v="4495" actId="47"/>
        <pc:sldMkLst>
          <pc:docMk/>
          <pc:sldMk cId="0" sldId="307"/>
        </pc:sldMkLst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307"/>
            <ac:spMk id="10779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307"/>
            <ac:spMk id="10801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307"/>
            <ac:spMk id="10817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307"/>
            <ac:spMk id="10858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307"/>
            <ac:spMk id="10892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307"/>
            <ac:spMk id="10997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307"/>
            <ac:spMk id="11027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307"/>
            <ac:spMk id="11045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307"/>
            <ac:spMk id="11069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307"/>
            <ac:spMk id="11177" creationId="{00000000-0000-0000-0000-000000000000}"/>
          </ac:spMkLst>
        </pc:spChg>
      </pc:sldChg>
      <pc:sldChg chg="modSp del mod">
        <pc:chgData name="MARTIN FLORES SALDANA" userId="6c966fe5-6adf-4dcb-b1aa-1998e3e515b7" providerId="ADAL" clId="{085E4037-6E72-4D5B-9256-F1C06F44D3B9}" dt="2025-12-01T05:03:28.826" v="4496" actId="47"/>
        <pc:sldMkLst>
          <pc:docMk/>
          <pc:sldMk cId="0" sldId="308"/>
        </pc:sldMkLst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308"/>
            <ac:spMk id="11226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308"/>
            <ac:spMk id="11255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308"/>
            <ac:spMk id="11279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308"/>
            <ac:spMk id="11328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308"/>
            <ac:spMk id="11349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308"/>
            <ac:spMk id="11350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308"/>
            <ac:spMk id="11406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308"/>
            <ac:spMk id="11434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308"/>
            <ac:spMk id="11495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308"/>
            <ac:spMk id="11499" creationId="{00000000-0000-0000-0000-000000000000}"/>
          </ac:spMkLst>
        </pc:spChg>
      </pc:sldChg>
      <pc:sldChg chg="modSp del mod">
        <pc:chgData name="MARTIN FLORES SALDANA" userId="6c966fe5-6adf-4dcb-b1aa-1998e3e515b7" providerId="ADAL" clId="{085E4037-6E72-4D5B-9256-F1C06F44D3B9}" dt="2025-12-01T05:03:29.148" v="4497" actId="47"/>
        <pc:sldMkLst>
          <pc:docMk/>
          <pc:sldMk cId="0" sldId="309"/>
        </pc:sldMkLst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309"/>
            <ac:spMk id="11554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309"/>
            <ac:spMk id="11572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309"/>
            <ac:spMk id="11590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309"/>
            <ac:spMk id="11592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309"/>
            <ac:spMk id="11600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309"/>
            <ac:spMk id="11606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309"/>
            <ac:spMk id="11614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309"/>
            <ac:spMk id="11643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309"/>
            <ac:spMk id="11646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309"/>
            <ac:spMk id="11647" creationId="{00000000-0000-0000-0000-000000000000}"/>
          </ac:spMkLst>
        </pc:spChg>
      </pc:sldChg>
      <pc:sldChg chg="modSp del mod">
        <pc:chgData name="MARTIN FLORES SALDANA" userId="6c966fe5-6adf-4dcb-b1aa-1998e3e515b7" providerId="ADAL" clId="{085E4037-6E72-4D5B-9256-F1C06F44D3B9}" dt="2025-12-01T05:03:29.475" v="4498" actId="47"/>
        <pc:sldMkLst>
          <pc:docMk/>
          <pc:sldMk cId="0" sldId="310"/>
        </pc:sldMkLst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310"/>
            <ac:spMk id="11806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310"/>
            <ac:spMk id="11809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310"/>
            <ac:spMk id="11827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310"/>
            <ac:spMk id="11868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310"/>
            <ac:spMk id="11869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310"/>
            <ac:spMk id="11886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310"/>
            <ac:spMk id="11889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310"/>
            <ac:spMk id="11919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310"/>
            <ac:spMk id="11931" creationId="{00000000-0000-0000-0000-00000000000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0" sldId="310"/>
            <ac:spMk id="11946" creationId="{00000000-0000-0000-0000-000000000000}"/>
          </ac:spMkLst>
        </pc:spChg>
      </pc:sldChg>
      <pc:sldChg chg="del">
        <pc:chgData name="MARTIN FLORES SALDANA" userId="6c966fe5-6adf-4dcb-b1aa-1998e3e515b7" providerId="ADAL" clId="{085E4037-6E72-4D5B-9256-F1C06F44D3B9}" dt="2025-12-01T05:03:30.680" v="4499" actId="47"/>
        <pc:sldMkLst>
          <pc:docMk/>
          <pc:sldMk cId="0" sldId="311"/>
        </pc:sldMkLst>
      </pc:sldChg>
      <pc:sldChg chg="modSp add mod ord modNotes">
        <pc:chgData name="MARTIN FLORES SALDANA" userId="6c966fe5-6adf-4dcb-b1aa-1998e3e515b7" providerId="ADAL" clId="{085E4037-6E72-4D5B-9256-F1C06F44D3B9}" dt="2025-12-01T04:15:05.106" v="805" actId="20577"/>
        <pc:sldMkLst>
          <pc:docMk/>
          <pc:sldMk cId="4103209232" sldId="312"/>
        </pc:sldMkLst>
        <pc:spChg chg="mod">
          <ac:chgData name="MARTIN FLORES SALDANA" userId="6c966fe5-6adf-4dcb-b1aa-1998e3e515b7" providerId="ADAL" clId="{085E4037-6E72-4D5B-9256-F1C06F44D3B9}" dt="2025-12-01T04:15:05.106" v="805" actId="20577"/>
          <ac:spMkLst>
            <pc:docMk/>
            <pc:sldMk cId="4103209232" sldId="312"/>
            <ac:spMk id="1103" creationId="{F3303E3C-56FA-975A-8801-949A337D1615}"/>
          </ac:spMkLst>
        </pc:spChg>
        <pc:spChg chg="mod">
          <ac:chgData name="MARTIN FLORES SALDANA" userId="6c966fe5-6adf-4dcb-b1aa-1998e3e515b7" providerId="ADAL" clId="{085E4037-6E72-4D5B-9256-F1C06F44D3B9}" dt="2025-12-01T03:52:56.878" v="54" actId="1076"/>
          <ac:spMkLst>
            <pc:docMk/>
            <pc:sldMk cId="4103209232" sldId="312"/>
            <ac:spMk id="1104" creationId="{2B2F026A-5656-4CD5-45CB-91E89ADC1FCB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4103209232" sldId="312"/>
            <ac:spMk id="1108" creationId="{1A5DD9BB-7C21-0C6F-BF33-DD556B4A6AE5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4103209232" sldId="312"/>
            <ac:spMk id="1111" creationId="{1121B415-BC43-60D4-882E-D74895F10E62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4103209232" sldId="312"/>
            <ac:spMk id="1113" creationId="{9A7C3667-CE8E-6B5F-7A26-643284051CDD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4103209232" sldId="312"/>
            <ac:spMk id="1114" creationId="{3EE0D85D-5DB6-35F0-0985-DC9B761FCFBC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4103209232" sldId="312"/>
            <ac:spMk id="1117" creationId="{EFD2B49E-A510-634B-514D-6F87836C0CA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4103209232" sldId="312"/>
            <ac:spMk id="1120" creationId="{04CE0245-8B72-9720-E3B9-6009582E2876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4103209232" sldId="312"/>
            <ac:spMk id="1121" creationId="{2E6BFFB0-1BEF-F306-BFD9-A6DD74EFA02B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4103209232" sldId="312"/>
            <ac:spMk id="1123" creationId="{3614AD02-5F5E-DE9D-BFB7-D412E0935AFA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4103209232" sldId="312"/>
            <ac:spMk id="1124" creationId="{44AF70C6-7013-577B-3C9F-5B77DBB391F0}"/>
          </ac:spMkLst>
        </pc:spChg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4103209232" sldId="312"/>
            <ac:spMk id="1127" creationId="{5A77FD59-A579-7A83-077A-61096E59894C}"/>
          </ac:spMkLst>
        </pc:spChg>
      </pc:sldChg>
      <pc:sldChg chg="modSp add mod ord modNotes">
        <pc:chgData name="MARTIN FLORES SALDANA" userId="6c966fe5-6adf-4dcb-b1aa-1998e3e515b7" providerId="ADAL" clId="{085E4037-6E72-4D5B-9256-F1C06F44D3B9}" dt="2025-12-01T04:15:55.903" v="821" actId="255"/>
        <pc:sldMkLst>
          <pc:docMk/>
          <pc:sldMk cId="2557856623" sldId="313"/>
        </pc:sldMkLst>
        <pc:spChg chg="mod">
          <ac:chgData name="MARTIN FLORES SALDANA" userId="6c966fe5-6adf-4dcb-b1aa-1998e3e515b7" providerId="ADAL" clId="{085E4037-6E72-4D5B-9256-F1C06F44D3B9}" dt="2025-12-01T04:13:54.739" v="784" actId="790"/>
          <ac:spMkLst>
            <pc:docMk/>
            <pc:sldMk cId="2557856623" sldId="313"/>
            <ac:spMk id="939" creationId="{4B7805E5-E316-62EC-B754-45C20960DD79}"/>
          </ac:spMkLst>
        </pc:spChg>
        <pc:spChg chg="mod">
          <ac:chgData name="MARTIN FLORES SALDANA" userId="6c966fe5-6adf-4dcb-b1aa-1998e3e515b7" providerId="ADAL" clId="{085E4037-6E72-4D5B-9256-F1C06F44D3B9}" dt="2025-12-01T04:15:54.928" v="820" actId="255"/>
          <ac:spMkLst>
            <pc:docMk/>
            <pc:sldMk cId="2557856623" sldId="313"/>
            <ac:spMk id="940" creationId="{0E349B91-F488-C1E9-989A-6F748DA3F68B}"/>
          </ac:spMkLst>
        </pc:spChg>
        <pc:spChg chg="mod">
          <ac:chgData name="MARTIN FLORES SALDANA" userId="6c966fe5-6adf-4dcb-b1aa-1998e3e515b7" providerId="ADAL" clId="{085E4037-6E72-4D5B-9256-F1C06F44D3B9}" dt="2025-12-01T04:15:55.903" v="821" actId="255"/>
          <ac:spMkLst>
            <pc:docMk/>
            <pc:sldMk cId="2557856623" sldId="313"/>
            <ac:spMk id="941" creationId="{89F12F03-3D84-9A36-D10E-E9F842173705}"/>
          </ac:spMkLst>
        </pc:spChg>
      </pc:sldChg>
      <pc:sldChg chg="addSp delSp modSp add mod ord modNotes">
        <pc:chgData name="MARTIN FLORES SALDANA" userId="6c966fe5-6adf-4dcb-b1aa-1998e3e515b7" providerId="ADAL" clId="{085E4037-6E72-4D5B-9256-F1C06F44D3B9}" dt="2025-12-01T05:01:39.671" v="4407" actId="20577"/>
        <pc:sldMkLst>
          <pc:docMk/>
          <pc:sldMk cId="3419134209" sldId="314"/>
        </pc:sldMkLst>
        <pc:spChg chg="add del mod">
          <ac:chgData name="MARTIN FLORES SALDANA" userId="6c966fe5-6adf-4dcb-b1aa-1998e3e515b7" providerId="ADAL" clId="{085E4037-6E72-4D5B-9256-F1C06F44D3B9}" dt="2025-12-01T04:04:19.583" v="288" actId="478"/>
          <ac:spMkLst>
            <pc:docMk/>
            <pc:sldMk cId="3419134209" sldId="314"/>
            <ac:spMk id="3" creationId="{E7711917-7306-1E19-DAE9-03E6BE574B37}"/>
          </ac:spMkLst>
        </pc:spChg>
        <pc:spChg chg="add del mod">
          <ac:chgData name="MARTIN FLORES SALDANA" userId="6c966fe5-6adf-4dcb-b1aa-1998e3e515b7" providerId="ADAL" clId="{085E4037-6E72-4D5B-9256-F1C06F44D3B9}" dt="2025-12-01T04:02:12.843" v="257" actId="931"/>
          <ac:spMkLst>
            <pc:docMk/>
            <pc:sldMk cId="3419134209" sldId="314"/>
            <ac:spMk id="5" creationId="{A79A4FFC-ECA3-A7BF-FB82-0E4559184913}"/>
          </ac:spMkLst>
        </pc:spChg>
        <pc:spChg chg="add mod">
          <ac:chgData name="MARTIN FLORES SALDANA" userId="6c966fe5-6adf-4dcb-b1aa-1998e3e515b7" providerId="ADAL" clId="{085E4037-6E72-4D5B-9256-F1C06F44D3B9}" dt="2025-12-01T04:14:40.112" v="794"/>
          <ac:spMkLst>
            <pc:docMk/>
            <pc:sldMk cId="3419134209" sldId="314"/>
            <ac:spMk id="11" creationId="{358C4F7B-14AB-8643-FAA9-56DBC0B9A24D}"/>
          </ac:spMkLst>
        </pc:spChg>
        <pc:spChg chg="add del mod">
          <ac:chgData name="MARTIN FLORES SALDANA" userId="6c966fe5-6adf-4dcb-b1aa-1998e3e515b7" providerId="ADAL" clId="{085E4037-6E72-4D5B-9256-F1C06F44D3B9}" dt="2025-12-01T04:06:00.357" v="289" actId="931"/>
          <ac:spMkLst>
            <pc:docMk/>
            <pc:sldMk cId="3419134209" sldId="314"/>
            <ac:spMk id="13" creationId="{B7317690-FBF5-43EB-D2A8-267F4D2AA14C}"/>
          </ac:spMkLst>
        </pc:spChg>
        <pc:spChg chg="del mod">
          <ac:chgData name="MARTIN FLORES SALDANA" userId="6c966fe5-6adf-4dcb-b1aa-1998e3e515b7" providerId="ADAL" clId="{085E4037-6E72-4D5B-9256-F1C06F44D3B9}" dt="2025-12-01T04:00:59.291" v="251" actId="478"/>
          <ac:spMkLst>
            <pc:docMk/>
            <pc:sldMk cId="3419134209" sldId="314"/>
            <ac:spMk id="946" creationId="{78F156CB-F816-BE60-E70F-1FD5F2C7A1D8}"/>
          </ac:spMkLst>
        </pc:spChg>
        <pc:spChg chg="mod">
          <ac:chgData name="MARTIN FLORES SALDANA" userId="6c966fe5-6adf-4dcb-b1aa-1998e3e515b7" providerId="ADAL" clId="{085E4037-6E72-4D5B-9256-F1C06F44D3B9}" dt="2025-12-01T05:01:39.671" v="4407" actId="20577"/>
          <ac:spMkLst>
            <pc:docMk/>
            <pc:sldMk cId="3419134209" sldId="314"/>
            <ac:spMk id="947" creationId="{CDD9D35E-7EB3-ED63-8116-C8C730A9D67B}"/>
          </ac:spMkLst>
        </pc:spChg>
        <pc:picChg chg="add del mod">
          <ac:chgData name="MARTIN FLORES SALDANA" userId="6c966fe5-6adf-4dcb-b1aa-1998e3e515b7" providerId="ADAL" clId="{085E4037-6E72-4D5B-9256-F1C06F44D3B9}" dt="2025-12-01T04:02:14.440" v="260" actId="478"/>
          <ac:picMkLst>
            <pc:docMk/>
            <pc:sldMk cId="3419134209" sldId="314"/>
            <ac:picMk id="7" creationId="{67028B3E-1F0E-980A-4716-FF5CC3D7A55F}"/>
          </ac:picMkLst>
        </pc:picChg>
        <pc:picChg chg="add del mod">
          <ac:chgData name="MARTIN FLORES SALDANA" userId="6c966fe5-6adf-4dcb-b1aa-1998e3e515b7" providerId="ADAL" clId="{085E4037-6E72-4D5B-9256-F1C06F44D3B9}" dt="2025-12-01T04:04:19.583" v="288" actId="478"/>
          <ac:picMkLst>
            <pc:docMk/>
            <pc:sldMk cId="3419134209" sldId="314"/>
            <ac:picMk id="9" creationId="{8FBAF543-F8D1-D2DD-0793-10BDD8DF1042}"/>
          </ac:picMkLst>
        </pc:picChg>
        <pc:picChg chg="add mod">
          <ac:chgData name="MARTIN FLORES SALDANA" userId="6c966fe5-6adf-4dcb-b1aa-1998e3e515b7" providerId="ADAL" clId="{085E4037-6E72-4D5B-9256-F1C06F44D3B9}" dt="2025-12-01T04:06:22.448" v="296" actId="18653"/>
          <ac:picMkLst>
            <pc:docMk/>
            <pc:sldMk cId="3419134209" sldId="314"/>
            <ac:picMk id="15" creationId="{6C84EE09-6D01-C71A-855F-D791279B50B9}"/>
          </ac:picMkLst>
        </pc:picChg>
        <pc:picChg chg="del">
          <ac:chgData name="MARTIN FLORES SALDANA" userId="6c966fe5-6adf-4dcb-b1aa-1998e3e515b7" providerId="ADAL" clId="{085E4037-6E72-4D5B-9256-F1C06F44D3B9}" dt="2025-12-01T04:00:59.291" v="251" actId="478"/>
          <ac:picMkLst>
            <pc:docMk/>
            <pc:sldMk cId="3419134209" sldId="314"/>
            <ac:picMk id="948" creationId="{A484D66D-35A6-1D8A-A350-BD88B8AE8288}"/>
          </ac:picMkLst>
        </pc:picChg>
      </pc:sldChg>
      <pc:sldChg chg="modSp add del mod">
        <pc:chgData name="MARTIN FLORES SALDANA" userId="6c966fe5-6adf-4dcb-b1aa-1998e3e515b7" providerId="ADAL" clId="{085E4037-6E72-4D5B-9256-F1C06F44D3B9}" dt="2025-12-01T04:00:24.669" v="233" actId="47"/>
        <pc:sldMkLst>
          <pc:docMk/>
          <pc:sldMk cId="4142263684" sldId="314"/>
        </pc:sldMkLst>
        <pc:spChg chg="mod">
          <ac:chgData name="MARTIN FLORES SALDANA" userId="6c966fe5-6adf-4dcb-b1aa-1998e3e515b7" providerId="ADAL" clId="{085E4037-6E72-4D5B-9256-F1C06F44D3B9}" dt="2025-12-01T04:00:23.597" v="232" actId="20577"/>
          <ac:spMkLst>
            <pc:docMk/>
            <pc:sldMk cId="4142263684" sldId="314"/>
            <ac:spMk id="939" creationId="{A1349E70-B584-A077-3088-E41AAFF05A5E}"/>
          </ac:spMkLst>
        </pc:spChg>
      </pc:sldChg>
      <pc:sldChg chg="modSp add mod ord">
        <pc:chgData name="MARTIN FLORES SALDANA" userId="6c966fe5-6adf-4dcb-b1aa-1998e3e515b7" providerId="ADAL" clId="{085E4037-6E72-4D5B-9256-F1C06F44D3B9}" dt="2025-12-01T04:22:43.629" v="948" actId="255"/>
        <pc:sldMkLst>
          <pc:docMk/>
          <pc:sldMk cId="305292545" sldId="315"/>
        </pc:sldMkLst>
        <pc:spChg chg="mod">
          <ac:chgData name="MARTIN FLORES SALDANA" userId="6c966fe5-6adf-4dcb-b1aa-1998e3e515b7" providerId="ADAL" clId="{085E4037-6E72-4D5B-9256-F1C06F44D3B9}" dt="2025-12-01T04:22:43.629" v="948" actId="255"/>
          <ac:spMkLst>
            <pc:docMk/>
            <pc:sldMk cId="305292545" sldId="315"/>
            <ac:spMk id="879" creationId="{31671FE2-C4AA-AB4A-B02C-67285EB51E6D}"/>
          </ac:spMkLst>
        </pc:spChg>
        <pc:spChg chg="mod">
          <ac:chgData name="MARTIN FLORES SALDANA" userId="6c966fe5-6adf-4dcb-b1aa-1998e3e515b7" providerId="ADAL" clId="{085E4037-6E72-4D5B-9256-F1C06F44D3B9}" dt="2025-12-01T04:19:32.047" v="895" actId="6549"/>
          <ac:spMkLst>
            <pc:docMk/>
            <pc:sldMk cId="305292545" sldId="315"/>
            <ac:spMk id="880" creationId="{C767B5C8-A117-3CD8-60C3-2F5687646F53}"/>
          </ac:spMkLst>
        </pc:spChg>
      </pc:sldChg>
      <pc:sldChg chg="addSp delSp modSp add mod ord">
        <pc:chgData name="MARTIN FLORES SALDANA" userId="6c966fe5-6adf-4dcb-b1aa-1998e3e515b7" providerId="ADAL" clId="{085E4037-6E72-4D5B-9256-F1C06F44D3B9}" dt="2025-12-01T04:21:36.557" v="919" actId="478"/>
        <pc:sldMkLst>
          <pc:docMk/>
          <pc:sldMk cId="3704330265" sldId="316"/>
        </pc:sldMkLst>
        <pc:spChg chg="add del mod">
          <ac:chgData name="MARTIN FLORES SALDANA" userId="6c966fe5-6adf-4dcb-b1aa-1998e3e515b7" providerId="ADAL" clId="{085E4037-6E72-4D5B-9256-F1C06F44D3B9}" dt="2025-12-01T04:20:11.914" v="904" actId="931"/>
          <ac:spMkLst>
            <pc:docMk/>
            <pc:sldMk cId="3704330265" sldId="316"/>
            <ac:spMk id="3" creationId="{F2A5D075-B442-4EEE-79A9-2FC763E62FAF}"/>
          </ac:spMkLst>
        </pc:spChg>
        <pc:spChg chg="add del mod">
          <ac:chgData name="MARTIN FLORES SALDANA" userId="6c966fe5-6adf-4dcb-b1aa-1998e3e515b7" providerId="ADAL" clId="{085E4037-6E72-4D5B-9256-F1C06F44D3B9}" dt="2025-12-01T04:20:59.312" v="909" actId="931"/>
          <ac:spMkLst>
            <pc:docMk/>
            <pc:sldMk cId="3704330265" sldId="316"/>
            <ac:spMk id="7" creationId="{C5B3EB46-EF5D-10F9-5751-A4A2C3C676BC}"/>
          </ac:spMkLst>
        </pc:spChg>
        <pc:spChg chg="add del mod">
          <ac:chgData name="MARTIN FLORES SALDANA" userId="6c966fe5-6adf-4dcb-b1aa-1998e3e515b7" providerId="ADAL" clId="{085E4037-6E72-4D5B-9256-F1C06F44D3B9}" dt="2025-12-01T04:21:36.557" v="919" actId="478"/>
          <ac:spMkLst>
            <pc:docMk/>
            <pc:sldMk cId="3704330265" sldId="316"/>
            <ac:spMk id="11" creationId="{2E1B1C62-585F-F549-A1E4-729BC48F07AB}"/>
          </ac:spMkLst>
        </pc:spChg>
        <pc:spChg chg="del mod">
          <ac:chgData name="MARTIN FLORES SALDANA" userId="6c966fe5-6adf-4dcb-b1aa-1998e3e515b7" providerId="ADAL" clId="{085E4037-6E72-4D5B-9256-F1C06F44D3B9}" dt="2025-12-01T04:21:32.996" v="917" actId="478"/>
          <ac:spMkLst>
            <pc:docMk/>
            <pc:sldMk cId="3704330265" sldId="316"/>
            <ac:spMk id="1138" creationId="{D1663DD1-251B-E26F-2BA5-25980C66665C}"/>
          </ac:spMkLst>
        </pc:spChg>
        <pc:picChg chg="add del mod">
          <ac:chgData name="MARTIN FLORES SALDANA" userId="6c966fe5-6adf-4dcb-b1aa-1998e3e515b7" providerId="ADAL" clId="{085E4037-6E72-4D5B-9256-F1C06F44D3B9}" dt="2025-12-01T04:20:53.512" v="908" actId="478"/>
          <ac:picMkLst>
            <pc:docMk/>
            <pc:sldMk cId="3704330265" sldId="316"/>
            <ac:picMk id="5" creationId="{C84641E4-A9E3-55BB-AF9A-FCDB46E8B194}"/>
          </ac:picMkLst>
        </pc:picChg>
        <pc:picChg chg="add mod">
          <ac:chgData name="MARTIN FLORES SALDANA" userId="6c966fe5-6adf-4dcb-b1aa-1998e3e515b7" providerId="ADAL" clId="{085E4037-6E72-4D5B-9256-F1C06F44D3B9}" dt="2025-12-01T04:21:27.282" v="916" actId="1076"/>
          <ac:picMkLst>
            <pc:docMk/>
            <pc:sldMk cId="3704330265" sldId="316"/>
            <ac:picMk id="9" creationId="{D55A6555-085A-3A73-C3CE-40A9C239EFC2}"/>
          </ac:picMkLst>
        </pc:picChg>
        <pc:picChg chg="del">
          <ac:chgData name="MARTIN FLORES SALDANA" userId="6c966fe5-6adf-4dcb-b1aa-1998e3e515b7" providerId="ADAL" clId="{085E4037-6E72-4D5B-9256-F1C06F44D3B9}" dt="2025-12-01T04:19:58.670" v="903" actId="478"/>
          <ac:picMkLst>
            <pc:docMk/>
            <pc:sldMk cId="3704330265" sldId="316"/>
            <ac:picMk id="1135" creationId="{14B46C48-99AF-D8FA-3B3C-D48F0A87F63D}"/>
          </ac:picMkLst>
        </pc:picChg>
      </pc:sldChg>
      <pc:sldChg chg="add del ord">
        <pc:chgData name="MARTIN FLORES SALDANA" userId="6c966fe5-6adf-4dcb-b1aa-1998e3e515b7" providerId="ADAL" clId="{085E4037-6E72-4D5B-9256-F1C06F44D3B9}" dt="2025-12-01T04:22:06.948" v="925" actId="47"/>
        <pc:sldMkLst>
          <pc:docMk/>
          <pc:sldMk cId="1441505900" sldId="317"/>
        </pc:sldMkLst>
      </pc:sldChg>
      <pc:sldChg chg="addSp delSp modSp add mod ord">
        <pc:chgData name="MARTIN FLORES SALDANA" userId="6c966fe5-6adf-4dcb-b1aa-1998e3e515b7" providerId="ADAL" clId="{085E4037-6E72-4D5B-9256-F1C06F44D3B9}" dt="2025-12-01T04:36:42.334" v="1970" actId="20577"/>
        <pc:sldMkLst>
          <pc:docMk/>
          <pc:sldMk cId="4268242750" sldId="317"/>
        </pc:sldMkLst>
        <pc:spChg chg="mod">
          <ac:chgData name="MARTIN FLORES SALDANA" userId="6c966fe5-6adf-4dcb-b1aa-1998e3e515b7" providerId="ADAL" clId="{085E4037-6E72-4D5B-9256-F1C06F44D3B9}" dt="2025-12-01T04:27:17.982" v="993"/>
          <ac:spMkLst>
            <pc:docMk/>
            <pc:sldMk cId="4268242750" sldId="317"/>
            <ac:spMk id="3" creationId="{4A9A23BE-13F2-801F-2EC0-7FE6A083C585}"/>
          </ac:spMkLst>
        </pc:spChg>
        <pc:spChg chg="mod">
          <ac:chgData name="MARTIN FLORES SALDANA" userId="6c966fe5-6adf-4dcb-b1aa-1998e3e515b7" providerId="ADAL" clId="{085E4037-6E72-4D5B-9256-F1C06F44D3B9}" dt="2025-12-01T04:27:17.982" v="993"/>
          <ac:spMkLst>
            <pc:docMk/>
            <pc:sldMk cId="4268242750" sldId="317"/>
            <ac:spMk id="4" creationId="{0330142A-BFE6-94FE-36AE-CE0BF25BAEEC}"/>
          </ac:spMkLst>
        </pc:spChg>
        <pc:spChg chg="mod">
          <ac:chgData name="MARTIN FLORES SALDANA" userId="6c966fe5-6adf-4dcb-b1aa-1998e3e515b7" providerId="ADAL" clId="{085E4037-6E72-4D5B-9256-F1C06F44D3B9}" dt="2025-12-01T04:27:17.982" v="993"/>
          <ac:spMkLst>
            <pc:docMk/>
            <pc:sldMk cId="4268242750" sldId="317"/>
            <ac:spMk id="5" creationId="{1FF7D567-FF53-1829-583D-F94A91605B3B}"/>
          </ac:spMkLst>
        </pc:spChg>
        <pc:spChg chg="mod">
          <ac:chgData name="MARTIN FLORES SALDANA" userId="6c966fe5-6adf-4dcb-b1aa-1998e3e515b7" providerId="ADAL" clId="{085E4037-6E72-4D5B-9256-F1C06F44D3B9}" dt="2025-12-01T04:27:17.982" v="993"/>
          <ac:spMkLst>
            <pc:docMk/>
            <pc:sldMk cId="4268242750" sldId="317"/>
            <ac:spMk id="6" creationId="{E133085E-D8B4-31C4-B352-BA7528621C59}"/>
          </ac:spMkLst>
        </pc:spChg>
        <pc:spChg chg="mod">
          <ac:chgData name="MARTIN FLORES SALDANA" userId="6c966fe5-6adf-4dcb-b1aa-1998e3e515b7" providerId="ADAL" clId="{085E4037-6E72-4D5B-9256-F1C06F44D3B9}" dt="2025-12-01T04:36:42.334" v="1970" actId="20577"/>
          <ac:spMkLst>
            <pc:docMk/>
            <pc:sldMk cId="4268242750" sldId="317"/>
            <ac:spMk id="953" creationId="{0CB3D0C7-3500-C063-054C-18C6FBE13E61}"/>
          </ac:spMkLst>
        </pc:spChg>
        <pc:spChg chg="mod">
          <ac:chgData name="MARTIN FLORES SALDANA" userId="6c966fe5-6adf-4dcb-b1aa-1998e3e515b7" providerId="ADAL" clId="{085E4037-6E72-4D5B-9256-F1C06F44D3B9}" dt="2025-12-01T04:36:19.912" v="1963" actId="14100"/>
          <ac:spMkLst>
            <pc:docMk/>
            <pc:sldMk cId="4268242750" sldId="317"/>
            <ac:spMk id="954" creationId="{895162D2-66D2-4D48-400E-12B8C5268ACD}"/>
          </ac:spMkLst>
        </pc:spChg>
        <pc:spChg chg="mod">
          <ac:chgData name="MARTIN FLORES SALDANA" userId="6c966fe5-6adf-4dcb-b1aa-1998e3e515b7" providerId="ADAL" clId="{085E4037-6E72-4D5B-9256-F1C06F44D3B9}" dt="2025-12-01T04:36:28.578" v="1965" actId="20577"/>
          <ac:spMkLst>
            <pc:docMk/>
            <pc:sldMk cId="4268242750" sldId="317"/>
            <ac:spMk id="955" creationId="{E8322479-28D0-6C96-0BE6-0603AA6D8D83}"/>
          </ac:spMkLst>
        </pc:spChg>
        <pc:spChg chg="mod">
          <ac:chgData name="MARTIN FLORES SALDANA" userId="6c966fe5-6adf-4dcb-b1aa-1998e3e515b7" providerId="ADAL" clId="{085E4037-6E72-4D5B-9256-F1C06F44D3B9}" dt="2025-12-01T04:36:11.090" v="1962" actId="1036"/>
          <ac:spMkLst>
            <pc:docMk/>
            <pc:sldMk cId="4268242750" sldId="317"/>
            <ac:spMk id="956" creationId="{9DC93806-0944-4A0E-194D-F6CD7FF81D88}"/>
          </ac:spMkLst>
        </pc:spChg>
        <pc:spChg chg="mod">
          <ac:chgData name="MARTIN FLORES SALDANA" userId="6c966fe5-6adf-4dcb-b1aa-1998e3e515b7" providerId="ADAL" clId="{085E4037-6E72-4D5B-9256-F1C06F44D3B9}" dt="2025-12-01T04:33:29.943" v="1550" actId="1035"/>
          <ac:spMkLst>
            <pc:docMk/>
            <pc:sldMk cId="4268242750" sldId="317"/>
            <ac:spMk id="957" creationId="{2CC9A012-3F7E-072F-370A-F32BD07E5785}"/>
          </ac:spMkLst>
        </pc:spChg>
        <pc:grpChg chg="add del mod">
          <ac:chgData name="MARTIN FLORES SALDANA" userId="6c966fe5-6adf-4dcb-b1aa-1998e3e515b7" providerId="ADAL" clId="{085E4037-6E72-4D5B-9256-F1C06F44D3B9}" dt="2025-12-01T04:27:20.592" v="995" actId="478"/>
          <ac:grpSpMkLst>
            <pc:docMk/>
            <pc:sldMk cId="4268242750" sldId="317"/>
            <ac:grpSpMk id="2" creationId="{032C6571-BAE1-C41F-B44C-7FA759C497C1}"/>
          </ac:grpSpMkLst>
        </pc:grpChg>
      </pc:sldChg>
      <pc:sldChg chg="addSp delSp modSp add mod">
        <pc:chgData name="MARTIN FLORES SALDANA" userId="6c966fe5-6adf-4dcb-b1aa-1998e3e515b7" providerId="ADAL" clId="{085E4037-6E72-4D5B-9256-F1C06F44D3B9}" dt="2025-12-01T04:47:45.623" v="2948" actId="14100"/>
        <pc:sldMkLst>
          <pc:docMk/>
          <pc:sldMk cId="960896103" sldId="318"/>
        </pc:sldMkLst>
        <pc:spChg chg="mod">
          <ac:chgData name="MARTIN FLORES SALDANA" userId="6c966fe5-6adf-4dcb-b1aa-1998e3e515b7" providerId="ADAL" clId="{085E4037-6E72-4D5B-9256-F1C06F44D3B9}" dt="2025-12-01T04:38:59.989" v="2005" actId="207"/>
          <ac:spMkLst>
            <pc:docMk/>
            <pc:sldMk cId="960896103" sldId="318"/>
            <ac:spMk id="4" creationId="{8531B602-BE9B-34ED-3187-153714C03024}"/>
          </ac:spMkLst>
        </pc:spChg>
        <pc:spChg chg="mod">
          <ac:chgData name="MARTIN FLORES SALDANA" userId="6c966fe5-6adf-4dcb-b1aa-1998e3e515b7" providerId="ADAL" clId="{085E4037-6E72-4D5B-9256-F1C06F44D3B9}" dt="2025-12-01T04:38:59.989" v="2005" actId="207"/>
          <ac:spMkLst>
            <pc:docMk/>
            <pc:sldMk cId="960896103" sldId="318"/>
            <ac:spMk id="5" creationId="{B4635310-9F93-B73E-B5A4-D0C8E125FDB1}"/>
          </ac:spMkLst>
        </pc:spChg>
        <pc:spChg chg="mod">
          <ac:chgData name="MARTIN FLORES SALDANA" userId="6c966fe5-6adf-4dcb-b1aa-1998e3e515b7" providerId="ADAL" clId="{085E4037-6E72-4D5B-9256-F1C06F44D3B9}" dt="2025-12-01T04:38:59.989" v="2005" actId="207"/>
          <ac:spMkLst>
            <pc:docMk/>
            <pc:sldMk cId="960896103" sldId="318"/>
            <ac:spMk id="6" creationId="{6E346D75-D419-D227-AA5C-4FE0ECA82DD5}"/>
          </ac:spMkLst>
        </pc:spChg>
        <pc:spChg chg="mod">
          <ac:chgData name="MARTIN FLORES SALDANA" userId="6c966fe5-6adf-4dcb-b1aa-1998e3e515b7" providerId="ADAL" clId="{085E4037-6E72-4D5B-9256-F1C06F44D3B9}" dt="2025-12-01T04:38:59.989" v="2005" actId="207"/>
          <ac:spMkLst>
            <pc:docMk/>
            <pc:sldMk cId="960896103" sldId="318"/>
            <ac:spMk id="7" creationId="{6BDB25CD-FF84-CF9B-5D19-487F5828EB43}"/>
          </ac:spMkLst>
        </pc:spChg>
        <pc:spChg chg="add mod">
          <ac:chgData name="MARTIN FLORES SALDANA" userId="6c966fe5-6adf-4dcb-b1aa-1998e3e515b7" providerId="ADAL" clId="{085E4037-6E72-4D5B-9256-F1C06F44D3B9}" dt="2025-12-01T04:44:37.543" v="2498" actId="207"/>
          <ac:spMkLst>
            <pc:docMk/>
            <pc:sldMk cId="960896103" sldId="318"/>
            <ac:spMk id="8" creationId="{00515D44-F697-5AF9-4AC9-5D2EAA9B1329}"/>
          </ac:spMkLst>
        </pc:spChg>
        <pc:spChg chg="mod">
          <ac:chgData name="MARTIN FLORES SALDANA" userId="6c966fe5-6adf-4dcb-b1aa-1998e3e515b7" providerId="ADAL" clId="{085E4037-6E72-4D5B-9256-F1C06F44D3B9}" dt="2025-12-01T04:42:39.331" v="2413" actId="20577"/>
          <ac:spMkLst>
            <pc:docMk/>
            <pc:sldMk cId="960896103" sldId="318"/>
            <ac:spMk id="953" creationId="{9727914A-482C-FCB1-3EAA-7ADF9F7C7EC1}"/>
          </ac:spMkLst>
        </pc:spChg>
        <pc:spChg chg="mod">
          <ac:chgData name="MARTIN FLORES SALDANA" userId="6c966fe5-6adf-4dcb-b1aa-1998e3e515b7" providerId="ADAL" clId="{085E4037-6E72-4D5B-9256-F1C06F44D3B9}" dt="2025-12-01T04:46:36.407" v="2790" actId="20577"/>
          <ac:spMkLst>
            <pc:docMk/>
            <pc:sldMk cId="960896103" sldId="318"/>
            <ac:spMk id="954" creationId="{B9687A22-69C3-0467-C884-7C00A6066AAE}"/>
          </ac:spMkLst>
        </pc:spChg>
        <pc:spChg chg="mod">
          <ac:chgData name="MARTIN FLORES SALDANA" userId="6c966fe5-6adf-4dcb-b1aa-1998e3e515b7" providerId="ADAL" clId="{085E4037-6E72-4D5B-9256-F1C06F44D3B9}" dt="2025-12-01T04:47:45.623" v="2948" actId="14100"/>
          <ac:spMkLst>
            <pc:docMk/>
            <pc:sldMk cId="960896103" sldId="318"/>
            <ac:spMk id="955" creationId="{7EDA4B9F-EA2B-B4FA-0BD0-A6A71AF05A2F}"/>
          </ac:spMkLst>
        </pc:spChg>
        <pc:spChg chg="mod">
          <ac:chgData name="MARTIN FLORES SALDANA" userId="6c966fe5-6adf-4dcb-b1aa-1998e3e515b7" providerId="ADAL" clId="{085E4037-6E72-4D5B-9256-F1C06F44D3B9}" dt="2025-12-01T04:39:49.152" v="2072" actId="1036"/>
          <ac:spMkLst>
            <pc:docMk/>
            <pc:sldMk cId="960896103" sldId="318"/>
            <ac:spMk id="956" creationId="{3079A2B9-104E-882D-A637-FA9E76ACF8D7}"/>
          </ac:spMkLst>
        </pc:spChg>
        <pc:spChg chg="mod">
          <ac:chgData name="MARTIN FLORES SALDANA" userId="6c966fe5-6adf-4dcb-b1aa-1998e3e515b7" providerId="ADAL" clId="{085E4037-6E72-4D5B-9256-F1C06F44D3B9}" dt="2025-12-01T04:47:31.570" v="2946" actId="1035"/>
          <ac:spMkLst>
            <pc:docMk/>
            <pc:sldMk cId="960896103" sldId="318"/>
            <ac:spMk id="957" creationId="{55452109-3104-7EF5-6A58-26796BF8AF11}"/>
          </ac:spMkLst>
        </pc:spChg>
        <pc:spChg chg="mod">
          <ac:chgData name="MARTIN FLORES SALDANA" userId="6c966fe5-6adf-4dcb-b1aa-1998e3e515b7" providerId="ADAL" clId="{085E4037-6E72-4D5B-9256-F1C06F44D3B9}" dt="2025-12-01T04:38:22.675" v="1985" actId="1076"/>
          <ac:spMkLst>
            <pc:docMk/>
            <pc:sldMk cId="960896103" sldId="318"/>
            <ac:spMk id="958" creationId="{BF8511B3-E060-005C-53AC-E671CC3BA723}"/>
          </ac:spMkLst>
        </pc:spChg>
        <pc:spChg chg="del">
          <ac:chgData name="MARTIN FLORES SALDANA" userId="6c966fe5-6adf-4dcb-b1aa-1998e3e515b7" providerId="ADAL" clId="{085E4037-6E72-4D5B-9256-F1C06F44D3B9}" dt="2025-12-01T04:44:25.238" v="2495" actId="478"/>
          <ac:spMkLst>
            <pc:docMk/>
            <pc:sldMk cId="960896103" sldId="318"/>
            <ac:spMk id="960" creationId="{84F19A99-4AAA-1125-5E53-4C9977A38855}"/>
          </ac:spMkLst>
        </pc:spChg>
        <pc:spChg chg="add del mod">
          <ac:chgData name="MARTIN FLORES SALDANA" userId="6c966fe5-6adf-4dcb-b1aa-1998e3e515b7" providerId="ADAL" clId="{085E4037-6E72-4D5B-9256-F1C06F44D3B9}" dt="2025-12-01T04:37:45.819" v="1976" actId="478"/>
          <ac:spMkLst>
            <pc:docMk/>
            <pc:sldMk cId="960896103" sldId="318"/>
            <ac:spMk id="961" creationId="{044DEA93-9362-9D51-4B7F-8D8D018203F8}"/>
          </ac:spMkLst>
        </pc:spChg>
        <pc:grpChg chg="add mod">
          <ac:chgData name="MARTIN FLORES SALDANA" userId="6c966fe5-6adf-4dcb-b1aa-1998e3e515b7" providerId="ADAL" clId="{085E4037-6E72-4D5B-9256-F1C06F44D3B9}" dt="2025-12-01T04:38:59.989" v="2005" actId="207"/>
          <ac:grpSpMkLst>
            <pc:docMk/>
            <pc:sldMk cId="960896103" sldId="318"/>
            <ac:grpSpMk id="3" creationId="{054DB58A-250D-152E-B08D-F74DD2109FFB}"/>
          </ac:grpSpMkLst>
        </pc:grpChg>
        <pc:picChg chg="add del mod">
          <ac:chgData name="MARTIN FLORES SALDANA" userId="6c966fe5-6adf-4dcb-b1aa-1998e3e515b7" providerId="ADAL" clId="{085E4037-6E72-4D5B-9256-F1C06F44D3B9}" dt="2025-12-01T04:38:06.189" v="1979" actId="478"/>
          <ac:picMkLst>
            <pc:docMk/>
            <pc:sldMk cId="960896103" sldId="318"/>
            <ac:picMk id="2" creationId="{8F26D053-CA91-2DB7-5438-2852EE286328}"/>
          </ac:picMkLst>
        </pc:picChg>
      </pc:sldChg>
      <pc:sldChg chg="addSp delSp modSp add del mod">
        <pc:chgData name="MARTIN FLORES SALDANA" userId="6c966fe5-6adf-4dcb-b1aa-1998e3e515b7" providerId="ADAL" clId="{085E4037-6E72-4D5B-9256-F1C06F44D3B9}" dt="2025-12-01T04:52:56.653" v="3368" actId="47"/>
        <pc:sldMkLst>
          <pc:docMk/>
          <pc:sldMk cId="1823339731" sldId="319"/>
        </pc:sldMkLst>
        <pc:spChg chg="mod">
          <ac:chgData name="MARTIN FLORES SALDANA" userId="6c966fe5-6adf-4dcb-b1aa-1998e3e515b7" providerId="ADAL" clId="{085E4037-6E72-4D5B-9256-F1C06F44D3B9}" dt="2025-12-01T04:47:05.700" v="2875" actId="1076"/>
          <ac:spMkLst>
            <pc:docMk/>
            <pc:sldMk cId="1823339731" sldId="319"/>
            <ac:spMk id="8" creationId="{7F10DA81-E8D9-BF7A-FBF1-BB05CF6529F6}"/>
          </ac:spMkLst>
        </pc:spChg>
        <pc:spChg chg="add del mod">
          <ac:chgData name="MARTIN FLORES SALDANA" userId="6c966fe5-6adf-4dcb-b1aa-1998e3e515b7" providerId="ADAL" clId="{085E4037-6E72-4D5B-9256-F1C06F44D3B9}" dt="2025-12-01T04:46:54.589" v="2796" actId="478"/>
          <ac:spMkLst>
            <pc:docMk/>
            <pc:sldMk cId="1823339731" sldId="319"/>
            <ac:spMk id="9" creationId="{3E383F3B-0BA8-29CA-6423-1AD3A0693F0A}"/>
          </ac:spMkLst>
        </pc:spChg>
        <pc:spChg chg="add del mod">
          <ac:chgData name="MARTIN FLORES SALDANA" userId="6c966fe5-6adf-4dcb-b1aa-1998e3e515b7" providerId="ADAL" clId="{085E4037-6E72-4D5B-9256-F1C06F44D3B9}" dt="2025-12-01T04:46:53.890" v="2795" actId="478"/>
          <ac:spMkLst>
            <pc:docMk/>
            <pc:sldMk cId="1823339731" sldId="319"/>
            <ac:spMk id="11" creationId="{AE90B48F-17A2-56E9-EA44-54F13563ADC1}"/>
          </ac:spMkLst>
        </pc:spChg>
        <pc:spChg chg="mod">
          <ac:chgData name="MARTIN FLORES SALDANA" userId="6c966fe5-6adf-4dcb-b1aa-1998e3e515b7" providerId="ADAL" clId="{085E4037-6E72-4D5B-9256-F1C06F44D3B9}" dt="2025-12-01T04:52:14.935" v="3355"/>
          <ac:spMkLst>
            <pc:docMk/>
            <pc:sldMk cId="1823339731" sldId="319"/>
            <ac:spMk id="13" creationId="{9C6803DC-6185-24F5-9232-8E9ABE17A3AA}"/>
          </ac:spMkLst>
        </pc:spChg>
        <pc:spChg chg="mod">
          <ac:chgData name="MARTIN FLORES SALDANA" userId="6c966fe5-6adf-4dcb-b1aa-1998e3e515b7" providerId="ADAL" clId="{085E4037-6E72-4D5B-9256-F1C06F44D3B9}" dt="2025-12-01T04:52:14.935" v="3355"/>
          <ac:spMkLst>
            <pc:docMk/>
            <pc:sldMk cId="1823339731" sldId="319"/>
            <ac:spMk id="14" creationId="{6004BE07-1BF7-07D5-0437-2472E635324B}"/>
          </ac:spMkLst>
        </pc:spChg>
        <pc:spChg chg="mod">
          <ac:chgData name="MARTIN FLORES SALDANA" userId="6c966fe5-6adf-4dcb-b1aa-1998e3e515b7" providerId="ADAL" clId="{085E4037-6E72-4D5B-9256-F1C06F44D3B9}" dt="2025-12-01T04:51:23.088" v="3354" actId="20577"/>
          <ac:spMkLst>
            <pc:docMk/>
            <pc:sldMk cId="1823339731" sldId="319"/>
            <ac:spMk id="954" creationId="{1B2B5101-A155-3C24-9AE2-DEF8C9E54AF6}"/>
          </ac:spMkLst>
        </pc:spChg>
        <pc:spChg chg="del">
          <ac:chgData name="MARTIN FLORES SALDANA" userId="6c966fe5-6adf-4dcb-b1aa-1998e3e515b7" providerId="ADAL" clId="{085E4037-6E72-4D5B-9256-F1C06F44D3B9}" dt="2025-12-01T04:46:51.542" v="2794" actId="478"/>
          <ac:spMkLst>
            <pc:docMk/>
            <pc:sldMk cId="1823339731" sldId="319"/>
            <ac:spMk id="955" creationId="{B84A8439-974E-792D-04C5-4D199E8EEA1E}"/>
          </ac:spMkLst>
        </pc:spChg>
        <pc:spChg chg="del">
          <ac:chgData name="MARTIN FLORES SALDANA" userId="6c966fe5-6adf-4dcb-b1aa-1998e3e515b7" providerId="ADAL" clId="{085E4037-6E72-4D5B-9256-F1C06F44D3B9}" dt="2025-12-01T04:46:51.542" v="2794" actId="478"/>
          <ac:spMkLst>
            <pc:docMk/>
            <pc:sldMk cId="1823339731" sldId="319"/>
            <ac:spMk id="956" creationId="{8A53B2D6-E8D7-8907-E5F5-33660BE20CC0}"/>
          </ac:spMkLst>
        </pc:spChg>
        <pc:spChg chg="mod">
          <ac:chgData name="MARTIN FLORES SALDANA" userId="6c966fe5-6adf-4dcb-b1aa-1998e3e515b7" providerId="ADAL" clId="{085E4037-6E72-4D5B-9256-F1C06F44D3B9}" dt="2025-12-01T04:47:26.710" v="2937" actId="20577"/>
          <ac:spMkLst>
            <pc:docMk/>
            <pc:sldMk cId="1823339731" sldId="319"/>
            <ac:spMk id="957" creationId="{CBA81087-1E61-4E59-6253-0FCC012B7ADB}"/>
          </ac:spMkLst>
        </pc:spChg>
        <pc:spChg chg="del">
          <ac:chgData name="MARTIN FLORES SALDANA" userId="6c966fe5-6adf-4dcb-b1aa-1998e3e515b7" providerId="ADAL" clId="{085E4037-6E72-4D5B-9256-F1C06F44D3B9}" dt="2025-12-01T04:46:51.542" v="2794" actId="478"/>
          <ac:spMkLst>
            <pc:docMk/>
            <pc:sldMk cId="1823339731" sldId="319"/>
            <ac:spMk id="958" creationId="{1CB40D7D-6B93-DD9C-E58A-549EDC1D72ED}"/>
          </ac:spMkLst>
        </pc:spChg>
        <pc:spChg chg="mod">
          <ac:chgData name="MARTIN FLORES SALDANA" userId="6c966fe5-6adf-4dcb-b1aa-1998e3e515b7" providerId="ADAL" clId="{085E4037-6E72-4D5B-9256-F1C06F44D3B9}" dt="2025-12-01T04:47:05.700" v="2875" actId="1076"/>
          <ac:spMkLst>
            <pc:docMk/>
            <pc:sldMk cId="1823339731" sldId="319"/>
            <ac:spMk id="959" creationId="{5F97E64B-5310-3A29-6388-55B24B094DB8}"/>
          </ac:spMkLst>
        </pc:spChg>
        <pc:grpChg chg="del">
          <ac:chgData name="MARTIN FLORES SALDANA" userId="6c966fe5-6adf-4dcb-b1aa-1998e3e515b7" providerId="ADAL" clId="{085E4037-6E72-4D5B-9256-F1C06F44D3B9}" dt="2025-12-01T04:46:51.542" v="2794" actId="478"/>
          <ac:grpSpMkLst>
            <pc:docMk/>
            <pc:sldMk cId="1823339731" sldId="319"/>
            <ac:grpSpMk id="3" creationId="{6EEA0C56-B113-A3C3-3094-ECF999D731E3}"/>
          </ac:grpSpMkLst>
        </pc:grpChg>
        <pc:grpChg chg="add del mod">
          <ac:chgData name="MARTIN FLORES SALDANA" userId="6c966fe5-6adf-4dcb-b1aa-1998e3e515b7" providerId="ADAL" clId="{085E4037-6E72-4D5B-9256-F1C06F44D3B9}" dt="2025-12-01T04:52:18.861" v="3357" actId="21"/>
          <ac:grpSpMkLst>
            <pc:docMk/>
            <pc:sldMk cId="1823339731" sldId="319"/>
            <ac:grpSpMk id="12" creationId="{876C990D-3969-04A2-B00C-D3A11990F040}"/>
          </ac:grpSpMkLst>
        </pc:grpChg>
      </pc:sldChg>
      <pc:sldChg chg="addSp delSp modSp add mod">
        <pc:chgData name="MARTIN FLORES SALDANA" userId="6c966fe5-6adf-4dcb-b1aa-1998e3e515b7" providerId="ADAL" clId="{085E4037-6E72-4D5B-9256-F1C06F44D3B9}" dt="2025-12-01T05:02:19.796" v="4417" actId="1035"/>
        <pc:sldMkLst>
          <pc:docMk/>
          <pc:sldMk cId="329243227" sldId="320"/>
        </pc:sldMkLst>
        <pc:spChg chg="mod">
          <ac:chgData name="MARTIN FLORES SALDANA" userId="6c966fe5-6adf-4dcb-b1aa-1998e3e515b7" providerId="ADAL" clId="{085E4037-6E72-4D5B-9256-F1C06F44D3B9}" dt="2025-12-01T04:52:31.468" v="3362" actId="207"/>
          <ac:spMkLst>
            <pc:docMk/>
            <pc:sldMk cId="329243227" sldId="320"/>
            <ac:spMk id="13" creationId="{9C6803DC-6185-24F5-9232-8E9ABE17A3AA}"/>
          </ac:spMkLst>
        </pc:spChg>
        <pc:spChg chg="mod">
          <ac:chgData name="MARTIN FLORES SALDANA" userId="6c966fe5-6adf-4dcb-b1aa-1998e3e515b7" providerId="ADAL" clId="{085E4037-6E72-4D5B-9256-F1C06F44D3B9}" dt="2025-12-01T04:52:31.468" v="3362" actId="207"/>
          <ac:spMkLst>
            <pc:docMk/>
            <pc:sldMk cId="329243227" sldId="320"/>
            <ac:spMk id="14" creationId="{6004BE07-1BF7-07D5-0437-2472E635324B}"/>
          </ac:spMkLst>
        </pc:spChg>
        <pc:spChg chg="mod">
          <ac:chgData name="MARTIN FLORES SALDANA" userId="6c966fe5-6adf-4dcb-b1aa-1998e3e515b7" providerId="ADAL" clId="{085E4037-6E72-4D5B-9256-F1C06F44D3B9}" dt="2025-12-01T04:55:01.379" v="3551" actId="20577"/>
          <ac:spMkLst>
            <pc:docMk/>
            <pc:sldMk cId="329243227" sldId="320"/>
            <ac:spMk id="954" creationId="{E130465A-92D9-E5CA-010F-36D5C9B3A54F}"/>
          </ac:spMkLst>
        </pc:spChg>
        <pc:spChg chg="mod">
          <ac:chgData name="MARTIN FLORES SALDANA" userId="6c966fe5-6adf-4dcb-b1aa-1998e3e515b7" providerId="ADAL" clId="{085E4037-6E72-4D5B-9256-F1C06F44D3B9}" dt="2025-12-01T04:52:52.354" v="3367" actId="20577"/>
          <ac:spMkLst>
            <pc:docMk/>
            <pc:sldMk cId="329243227" sldId="320"/>
            <ac:spMk id="955" creationId="{B3DB342D-C914-7AEB-D709-30EE2548BCA4}"/>
          </ac:spMkLst>
        </pc:spChg>
        <pc:spChg chg="mod">
          <ac:chgData name="MARTIN FLORES SALDANA" userId="6c966fe5-6adf-4dcb-b1aa-1998e3e515b7" providerId="ADAL" clId="{085E4037-6E72-4D5B-9256-F1C06F44D3B9}" dt="2025-12-01T05:02:19.796" v="4417" actId="1035"/>
          <ac:spMkLst>
            <pc:docMk/>
            <pc:sldMk cId="329243227" sldId="320"/>
            <ac:spMk id="956" creationId="{79920E28-2DA6-F72B-4230-09B428D3856E}"/>
          </ac:spMkLst>
        </pc:spChg>
        <pc:spChg chg="mod">
          <ac:chgData name="MARTIN FLORES SALDANA" userId="6c966fe5-6adf-4dcb-b1aa-1998e3e515b7" providerId="ADAL" clId="{085E4037-6E72-4D5B-9256-F1C06F44D3B9}" dt="2025-12-01T04:53:56.888" v="3371"/>
          <ac:spMkLst>
            <pc:docMk/>
            <pc:sldMk cId="329243227" sldId="320"/>
            <ac:spMk id="957" creationId="{BFA2F722-EF0F-36C7-CA7D-557310A65FE3}"/>
          </ac:spMkLst>
        </pc:spChg>
        <pc:grpChg chg="del">
          <ac:chgData name="MARTIN FLORES SALDANA" userId="6c966fe5-6adf-4dcb-b1aa-1998e3e515b7" providerId="ADAL" clId="{085E4037-6E72-4D5B-9256-F1C06F44D3B9}" dt="2025-12-01T04:52:20.804" v="3358" actId="478"/>
          <ac:grpSpMkLst>
            <pc:docMk/>
            <pc:sldMk cId="329243227" sldId="320"/>
            <ac:grpSpMk id="3" creationId="{1C778F97-0616-E014-85C0-1B3126F1EA3F}"/>
          </ac:grpSpMkLst>
        </pc:grpChg>
        <pc:grpChg chg="add mod">
          <ac:chgData name="MARTIN FLORES SALDANA" userId="6c966fe5-6adf-4dcb-b1aa-1998e3e515b7" providerId="ADAL" clId="{085E4037-6E72-4D5B-9256-F1C06F44D3B9}" dt="2025-12-01T04:52:31.468" v="3362" actId="207"/>
          <ac:grpSpMkLst>
            <pc:docMk/>
            <pc:sldMk cId="329243227" sldId="320"/>
            <ac:grpSpMk id="12" creationId="{876C990D-3969-04A2-B00C-D3A11990F040}"/>
          </ac:grpSpMkLst>
        </pc:grpChg>
      </pc:sldChg>
      <pc:sldChg chg="modSp add mod ord">
        <pc:chgData name="MARTIN FLORES SALDANA" userId="6c966fe5-6adf-4dcb-b1aa-1998e3e515b7" providerId="ADAL" clId="{085E4037-6E72-4D5B-9256-F1C06F44D3B9}" dt="2025-12-01T05:00:56.205" v="4374" actId="20577"/>
        <pc:sldMkLst>
          <pc:docMk/>
          <pc:sldMk cId="1141638174" sldId="321"/>
        </pc:sldMkLst>
        <pc:spChg chg="mod">
          <ac:chgData name="MARTIN FLORES SALDANA" userId="6c966fe5-6adf-4dcb-b1aa-1998e3e515b7" providerId="ADAL" clId="{085E4037-6E72-4D5B-9256-F1C06F44D3B9}" dt="2025-12-01T04:56:43.780" v="3754" actId="20577"/>
          <ac:spMkLst>
            <pc:docMk/>
            <pc:sldMk cId="1141638174" sldId="321"/>
            <ac:spMk id="939" creationId="{D1D3771C-2AD7-6CA0-3E66-DF0F1E3D1C08}"/>
          </ac:spMkLst>
        </pc:spChg>
        <pc:spChg chg="mod">
          <ac:chgData name="MARTIN FLORES SALDANA" userId="6c966fe5-6adf-4dcb-b1aa-1998e3e515b7" providerId="ADAL" clId="{085E4037-6E72-4D5B-9256-F1C06F44D3B9}" dt="2025-12-01T05:00:56.205" v="4374" actId="20577"/>
          <ac:spMkLst>
            <pc:docMk/>
            <pc:sldMk cId="1141638174" sldId="321"/>
            <ac:spMk id="940" creationId="{8F35C801-5273-0F7F-93A6-79EDF6BA3B65}"/>
          </ac:spMkLst>
        </pc:spChg>
        <pc:spChg chg="mod">
          <ac:chgData name="MARTIN FLORES SALDANA" userId="6c966fe5-6adf-4dcb-b1aa-1998e3e515b7" providerId="ADAL" clId="{085E4037-6E72-4D5B-9256-F1C06F44D3B9}" dt="2025-12-01T04:59:55.198" v="4213" actId="313"/>
          <ac:spMkLst>
            <pc:docMk/>
            <pc:sldMk cId="1141638174" sldId="321"/>
            <ac:spMk id="941" creationId="{7BFF4B92-88CD-565C-6126-82D15108CAFA}"/>
          </ac:spMkLst>
        </pc:spChg>
      </pc:sldChg>
      <pc:sldMasterChg chg="delSldLayout">
        <pc:chgData name="MARTIN FLORES SALDANA" userId="6c966fe5-6adf-4dcb-b1aa-1998e3e515b7" providerId="ADAL" clId="{085E4037-6E72-4D5B-9256-F1C06F44D3B9}" dt="2025-12-01T05:03:24.668" v="4481" actId="47"/>
        <pc:sldMasterMkLst>
          <pc:docMk/>
          <pc:sldMasterMk cId="0" sldId="2147483681"/>
        </pc:sldMasterMkLst>
        <pc:sldLayoutChg chg="del">
          <pc:chgData name="MARTIN FLORES SALDANA" userId="6c966fe5-6adf-4dcb-b1aa-1998e3e515b7" providerId="ADAL" clId="{085E4037-6E72-4D5B-9256-F1C06F44D3B9}" dt="2025-12-01T05:03:18.584" v="4448" actId="47"/>
          <pc:sldLayoutMkLst>
            <pc:docMk/>
            <pc:sldMasterMk cId="0" sldId="2147483681"/>
            <pc:sldLayoutMk cId="0" sldId="2147483649"/>
          </pc:sldLayoutMkLst>
        </pc:sldLayoutChg>
        <pc:sldLayoutChg chg="del">
          <pc:chgData name="MARTIN FLORES SALDANA" userId="6c966fe5-6adf-4dcb-b1aa-1998e3e515b7" providerId="ADAL" clId="{085E4037-6E72-4D5B-9256-F1C06F44D3B9}" dt="2025-12-01T05:03:22.921" v="4470" actId="47"/>
          <pc:sldLayoutMkLst>
            <pc:docMk/>
            <pc:sldMasterMk cId="0" sldId="2147483681"/>
            <pc:sldLayoutMk cId="0" sldId="2147483651"/>
          </pc:sldLayoutMkLst>
        </pc:sldLayoutChg>
        <pc:sldLayoutChg chg="del">
          <pc:chgData name="MARTIN FLORES SALDANA" userId="6c966fe5-6adf-4dcb-b1aa-1998e3e515b7" providerId="ADAL" clId="{085E4037-6E72-4D5B-9256-F1C06F44D3B9}" dt="2025-12-01T05:03:24.345" v="4479" actId="47"/>
          <pc:sldLayoutMkLst>
            <pc:docMk/>
            <pc:sldMasterMk cId="0" sldId="2147483681"/>
            <pc:sldLayoutMk cId="0" sldId="2147483652"/>
          </pc:sldLayoutMkLst>
        </pc:sldLayoutChg>
        <pc:sldLayoutChg chg="del">
          <pc:chgData name="MARTIN FLORES SALDANA" userId="6c966fe5-6adf-4dcb-b1aa-1998e3e515b7" providerId="ADAL" clId="{085E4037-6E72-4D5B-9256-F1C06F44D3B9}" dt="2025-12-01T05:03:19.607" v="4455" actId="47"/>
          <pc:sldLayoutMkLst>
            <pc:docMk/>
            <pc:sldMasterMk cId="0" sldId="2147483681"/>
            <pc:sldLayoutMk cId="0" sldId="2147483654"/>
          </pc:sldLayoutMkLst>
        </pc:sldLayoutChg>
        <pc:sldLayoutChg chg="del">
          <pc:chgData name="MARTIN FLORES SALDANA" userId="6c966fe5-6adf-4dcb-b1aa-1998e3e515b7" providerId="ADAL" clId="{085E4037-6E72-4D5B-9256-F1C06F44D3B9}" dt="2025-12-01T05:03:20.464" v="4459" actId="47"/>
          <pc:sldLayoutMkLst>
            <pc:docMk/>
            <pc:sldMasterMk cId="0" sldId="2147483681"/>
            <pc:sldLayoutMk cId="0" sldId="2147483657"/>
          </pc:sldLayoutMkLst>
        </pc:sldLayoutChg>
        <pc:sldLayoutChg chg="del">
          <pc:chgData name="MARTIN FLORES SALDANA" userId="6c966fe5-6adf-4dcb-b1aa-1998e3e515b7" providerId="ADAL" clId="{085E4037-6E72-4D5B-9256-F1C06F44D3B9}" dt="2025-12-01T05:03:17.918" v="4447" actId="47"/>
          <pc:sldLayoutMkLst>
            <pc:docMk/>
            <pc:sldMasterMk cId="0" sldId="2147483681"/>
            <pc:sldLayoutMk cId="0" sldId="2147483659"/>
          </pc:sldLayoutMkLst>
        </pc:sldLayoutChg>
        <pc:sldLayoutChg chg="del">
          <pc:chgData name="MARTIN FLORES SALDANA" userId="6c966fe5-6adf-4dcb-b1aa-1998e3e515b7" providerId="ADAL" clId="{085E4037-6E72-4D5B-9256-F1C06F44D3B9}" dt="2025-12-01T05:03:20.318" v="4458" actId="47"/>
          <pc:sldLayoutMkLst>
            <pc:docMk/>
            <pc:sldMasterMk cId="0" sldId="2147483681"/>
            <pc:sldLayoutMk cId="0" sldId="2147483661"/>
          </pc:sldLayoutMkLst>
        </pc:sldLayoutChg>
        <pc:sldLayoutChg chg="del">
          <pc:chgData name="MARTIN FLORES SALDANA" userId="6c966fe5-6adf-4dcb-b1aa-1998e3e515b7" providerId="ADAL" clId="{085E4037-6E72-4D5B-9256-F1C06F44D3B9}" dt="2025-12-01T05:03:21.578" v="4464" actId="47"/>
          <pc:sldLayoutMkLst>
            <pc:docMk/>
            <pc:sldMasterMk cId="0" sldId="2147483681"/>
            <pc:sldLayoutMk cId="0" sldId="2147483662"/>
          </pc:sldLayoutMkLst>
        </pc:sldLayoutChg>
        <pc:sldLayoutChg chg="del">
          <pc:chgData name="MARTIN FLORES SALDANA" userId="6c966fe5-6adf-4dcb-b1aa-1998e3e515b7" providerId="ADAL" clId="{085E4037-6E72-4D5B-9256-F1C06F44D3B9}" dt="2025-12-01T05:03:21.365" v="4463" actId="47"/>
          <pc:sldLayoutMkLst>
            <pc:docMk/>
            <pc:sldMasterMk cId="0" sldId="2147483681"/>
            <pc:sldLayoutMk cId="0" sldId="2147483663"/>
          </pc:sldLayoutMkLst>
        </pc:sldLayoutChg>
        <pc:sldLayoutChg chg="del">
          <pc:chgData name="MARTIN FLORES SALDANA" userId="6c966fe5-6adf-4dcb-b1aa-1998e3e515b7" providerId="ADAL" clId="{085E4037-6E72-4D5B-9256-F1C06F44D3B9}" dt="2025-12-01T05:03:24.516" v="4480" actId="47"/>
          <pc:sldLayoutMkLst>
            <pc:docMk/>
            <pc:sldMasterMk cId="0" sldId="2147483681"/>
            <pc:sldLayoutMk cId="0" sldId="2147483664"/>
          </pc:sldLayoutMkLst>
        </pc:sldLayoutChg>
        <pc:sldLayoutChg chg="del">
          <pc:chgData name="MARTIN FLORES SALDANA" userId="6c966fe5-6adf-4dcb-b1aa-1998e3e515b7" providerId="ADAL" clId="{085E4037-6E72-4D5B-9256-F1C06F44D3B9}" dt="2025-12-01T05:03:24.668" v="4481" actId="47"/>
          <pc:sldLayoutMkLst>
            <pc:docMk/>
            <pc:sldMasterMk cId="0" sldId="2147483681"/>
            <pc:sldLayoutMk cId="0" sldId="2147483665"/>
          </pc:sldLayoutMkLst>
        </pc:sldLayoutChg>
        <pc:sldLayoutChg chg="del">
          <pc:chgData name="MARTIN FLORES SALDANA" userId="6c966fe5-6adf-4dcb-b1aa-1998e3e515b7" providerId="ADAL" clId="{085E4037-6E72-4D5B-9256-F1C06F44D3B9}" dt="2025-12-01T05:03:19.195" v="4452" actId="47"/>
          <pc:sldLayoutMkLst>
            <pc:docMk/>
            <pc:sldMasterMk cId="0" sldId="2147483681"/>
            <pc:sldLayoutMk cId="0" sldId="2147483668"/>
          </pc:sldLayoutMkLst>
        </pc:sldLayoutChg>
        <pc:sldLayoutChg chg="del">
          <pc:chgData name="MARTIN FLORES SALDANA" userId="6c966fe5-6adf-4dcb-b1aa-1998e3e515b7" providerId="ADAL" clId="{085E4037-6E72-4D5B-9256-F1C06F44D3B9}" dt="2025-12-01T05:03:19.345" v="4453" actId="47"/>
          <pc:sldLayoutMkLst>
            <pc:docMk/>
            <pc:sldMasterMk cId="0" sldId="2147483681"/>
            <pc:sldLayoutMk cId="0" sldId="2147483669"/>
          </pc:sldLayoutMkLst>
        </pc:sldLayoutChg>
        <pc:sldLayoutChg chg="del">
          <pc:chgData name="MARTIN FLORES SALDANA" userId="6c966fe5-6adf-4dcb-b1aa-1998e3e515b7" providerId="ADAL" clId="{085E4037-6E72-4D5B-9256-F1C06F44D3B9}" dt="2025-12-01T05:03:19.482" v="4454" actId="47"/>
          <pc:sldLayoutMkLst>
            <pc:docMk/>
            <pc:sldMasterMk cId="0" sldId="2147483681"/>
            <pc:sldLayoutMk cId="0" sldId="2147483670"/>
          </pc:sldLayoutMkLst>
        </pc:sldLayoutChg>
        <pc:sldLayoutChg chg="del">
          <pc:chgData name="MARTIN FLORES SALDANA" userId="6c966fe5-6adf-4dcb-b1aa-1998e3e515b7" providerId="ADAL" clId="{085E4037-6E72-4D5B-9256-F1C06F44D3B9}" dt="2025-12-01T05:03:20.638" v="4460" actId="47"/>
          <pc:sldLayoutMkLst>
            <pc:docMk/>
            <pc:sldMasterMk cId="0" sldId="2147483681"/>
            <pc:sldLayoutMk cId="0" sldId="2147483671"/>
          </pc:sldLayoutMkLst>
        </pc:sldLayoutChg>
        <pc:sldLayoutChg chg="del">
          <pc:chgData name="MARTIN FLORES SALDANA" userId="6c966fe5-6adf-4dcb-b1aa-1998e3e515b7" providerId="ADAL" clId="{085E4037-6E72-4D5B-9256-F1C06F44D3B9}" dt="2025-12-01T05:03:20.821" v="4461" actId="47"/>
          <pc:sldLayoutMkLst>
            <pc:docMk/>
            <pc:sldMasterMk cId="0" sldId="2147483681"/>
            <pc:sldLayoutMk cId="0" sldId="2147483672"/>
          </pc:sldLayoutMkLst>
        </pc:sldLayoutChg>
        <pc:sldLayoutChg chg="del">
          <pc:chgData name="MARTIN FLORES SALDANA" userId="6c966fe5-6adf-4dcb-b1aa-1998e3e515b7" providerId="ADAL" clId="{085E4037-6E72-4D5B-9256-F1C06F44D3B9}" dt="2025-12-01T05:03:23.693" v="4475" actId="47"/>
          <pc:sldLayoutMkLst>
            <pc:docMk/>
            <pc:sldMasterMk cId="0" sldId="2147483681"/>
            <pc:sldLayoutMk cId="0" sldId="2147483673"/>
          </pc:sldLayoutMkLst>
        </pc:sldLayoutChg>
        <pc:sldLayoutChg chg="del">
          <pc:chgData name="MARTIN FLORES SALDANA" userId="6c966fe5-6adf-4dcb-b1aa-1998e3e515b7" providerId="ADAL" clId="{085E4037-6E72-4D5B-9256-F1C06F44D3B9}" dt="2025-12-01T05:03:23.886" v="4476" actId="47"/>
          <pc:sldLayoutMkLst>
            <pc:docMk/>
            <pc:sldMasterMk cId="0" sldId="2147483681"/>
            <pc:sldLayoutMk cId="0" sldId="2147483674"/>
          </pc:sldLayoutMkLst>
        </pc:sldLayoutChg>
        <pc:sldLayoutChg chg="del">
          <pc:chgData name="MARTIN FLORES SALDANA" userId="6c966fe5-6adf-4dcb-b1aa-1998e3e515b7" providerId="ADAL" clId="{085E4037-6E72-4D5B-9256-F1C06F44D3B9}" dt="2025-12-01T05:03:23.988" v="4477" actId="47"/>
          <pc:sldLayoutMkLst>
            <pc:docMk/>
            <pc:sldMasterMk cId="0" sldId="2147483681"/>
            <pc:sldLayoutMk cId="0" sldId="2147483675"/>
          </pc:sldLayoutMkLst>
        </pc:sldLayoutChg>
        <pc:sldLayoutChg chg="del">
          <pc:chgData name="MARTIN FLORES SALDANA" userId="6c966fe5-6adf-4dcb-b1aa-1998e3e515b7" providerId="ADAL" clId="{085E4037-6E72-4D5B-9256-F1C06F44D3B9}" dt="2025-12-01T05:03:24.130" v="4478" actId="47"/>
          <pc:sldLayoutMkLst>
            <pc:docMk/>
            <pc:sldMasterMk cId="0" sldId="2147483681"/>
            <pc:sldLayoutMk cId="0" sldId="2147483676"/>
          </pc:sldLayoutMkLst>
        </pc:sldLayoutChg>
      </pc:sldMasterChg>
      <pc:sldMasterChg chg="del delSldLayout">
        <pc:chgData name="MARTIN FLORES SALDANA" userId="6c966fe5-6adf-4dcb-b1aa-1998e3e515b7" providerId="ADAL" clId="{085E4037-6E72-4D5B-9256-F1C06F44D3B9}" dt="2025-12-01T05:03:30.680" v="4499" actId="47"/>
        <pc:sldMasterMkLst>
          <pc:docMk/>
          <pc:sldMasterMk cId="0" sldId="2147483682"/>
        </pc:sldMasterMkLst>
        <pc:sldLayoutChg chg="del">
          <pc:chgData name="MARTIN FLORES SALDANA" userId="6c966fe5-6adf-4dcb-b1aa-1998e3e515b7" providerId="ADAL" clId="{085E4037-6E72-4D5B-9256-F1C06F44D3B9}" dt="2025-12-01T05:03:30.680" v="4499" actId="47"/>
          <pc:sldLayoutMkLst>
            <pc:docMk/>
            <pc:sldMasterMk cId="0" sldId="2147483682"/>
            <pc:sldLayoutMk cId="0" sldId="2147483679"/>
          </pc:sldLayoutMkLst>
        </pc:sldLayoutChg>
        <pc:sldLayoutChg chg="del">
          <pc:chgData name="MARTIN FLORES SALDANA" userId="6c966fe5-6adf-4dcb-b1aa-1998e3e515b7" providerId="ADAL" clId="{085E4037-6E72-4D5B-9256-F1C06F44D3B9}" dt="2025-12-01T05:03:29.475" v="4498" actId="47"/>
          <pc:sldLayoutMkLst>
            <pc:docMk/>
            <pc:sldMasterMk cId="0" sldId="2147483682"/>
            <pc:sldLayoutMk cId="0" sldId="2147483680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6" name="Google Shape;756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9">
          <a:extLst>
            <a:ext uri="{FF2B5EF4-FFF2-40B4-BE49-F238E27FC236}">
              <a16:creationId xmlns:a16="http://schemas.microsoft.com/office/drawing/2014/main" id="{DB9D1FFE-0BED-7FF6-F47E-08CC8B8CEC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Google Shape;1100;g54ff9c4cb4_3_5:notes">
            <a:extLst>
              <a:ext uri="{FF2B5EF4-FFF2-40B4-BE49-F238E27FC236}">
                <a16:creationId xmlns:a16="http://schemas.microsoft.com/office/drawing/2014/main" id="{BCC26688-CEBC-A625-6277-40AA059D87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1" name="Google Shape;1101;g54ff9c4cb4_3_5:notes">
            <a:extLst>
              <a:ext uri="{FF2B5EF4-FFF2-40B4-BE49-F238E27FC236}">
                <a16:creationId xmlns:a16="http://schemas.microsoft.com/office/drawing/2014/main" id="{21D391FF-74D1-8149-5231-EF06B7EAF2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811073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5">
          <a:extLst>
            <a:ext uri="{FF2B5EF4-FFF2-40B4-BE49-F238E27FC236}">
              <a16:creationId xmlns:a16="http://schemas.microsoft.com/office/drawing/2014/main" id="{13E6AC4A-AF3C-AE71-C371-15AA08273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g14072739ea5_12_0:notes">
            <a:extLst>
              <a:ext uri="{FF2B5EF4-FFF2-40B4-BE49-F238E27FC236}">
                <a16:creationId xmlns:a16="http://schemas.microsoft.com/office/drawing/2014/main" id="{475E2D2B-EA24-B827-9A02-261EF3D637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7" name="Google Shape;937;g14072739ea5_12_0:notes">
            <a:extLst>
              <a:ext uri="{FF2B5EF4-FFF2-40B4-BE49-F238E27FC236}">
                <a16:creationId xmlns:a16="http://schemas.microsoft.com/office/drawing/2014/main" id="{CB50B0AC-7A50-7888-6DE3-2CFD029F21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426135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2">
          <a:extLst>
            <a:ext uri="{FF2B5EF4-FFF2-40B4-BE49-F238E27FC236}">
              <a16:creationId xmlns:a16="http://schemas.microsoft.com/office/drawing/2014/main" id="{9DE9EDAD-399F-BC8D-E18F-47EBF964B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g54dda1946d_6_322:notes">
            <a:extLst>
              <a:ext uri="{FF2B5EF4-FFF2-40B4-BE49-F238E27FC236}">
                <a16:creationId xmlns:a16="http://schemas.microsoft.com/office/drawing/2014/main" id="{1B203004-1567-22CD-71E3-7FBC712F98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4" name="Google Shape;944;g54dda1946d_6_322:notes">
            <a:extLst>
              <a:ext uri="{FF2B5EF4-FFF2-40B4-BE49-F238E27FC236}">
                <a16:creationId xmlns:a16="http://schemas.microsoft.com/office/drawing/2014/main" id="{BB399BBC-6FE0-E5C3-26DD-B8FAE22CFC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869531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5">
          <a:extLst>
            <a:ext uri="{FF2B5EF4-FFF2-40B4-BE49-F238E27FC236}">
              <a16:creationId xmlns:a16="http://schemas.microsoft.com/office/drawing/2014/main" id="{3DB170B7-A665-6684-6D7A-725944AC8D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g54dda1946d_6_257:notes">
            <a:extLst>
              <a:ext uri="{FF2B5EF4-FFF2-40B4-BE49-F238E27FC236}">
                <a16:creationId xmlns:a16="http://schemas.microsoft.com/office/drawing/2014/main" id="{0EC29717-D4DB-38F1-429E-9E2BAE93ED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7" name="Google Shape;877;g54dda1946d_6_257:notes">
            <a:extLst>
              <a:ext uri="{FF2B5EF4-FFF2-40B4-BE49-F238E27FC236}">
                <a16:creationId xmlns:a16="http://schemas.microsoft.com/office/drawing/2014/main" id="{7A4D2EFC-2574-18CE-EAA5-7E58436BFE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102245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1">
          <a:extLst>
            <a:ext uri="{FF2B5EF4-FFF2-40B4-BE49-F238E27FC236}">
              <a16:creationId xmlns:a16="http://schemas.microsoft.com/office/drawing/2014/main" id="{03B20715-6F2D-0F33-6D31-4CF86BEFE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" name="Google Shape;1132;g54dda1946d_6_370:notes">
            <a:extLst>
              <a:ext uri="{FF2B5EF4-FFF2-40B4-BE49-F238E27FC236}">
                <a16:creationId xmlns:a16="http://schemas.microsoft.com/office/drawing/2014/main" id="{D590B4A7-12FA-75D8-E1DF-6FB415B8F3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3" name="Google Shape;1133;g54dda1946d_6_370:notes">
            <a:extLst>
              <a:ext uri="{FF2B5EF4-FFF2-40B4-BE49-F238E27FC236}">
                <a16:creationId xmlns:a16="http://schemas.microsoft.com/office/drawing/2014/main" id="{382B3EB5-1721-51D9-6D94-2DBE439FE6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482774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9">
          <a:extLst>
            <a:ext uri="{FF2B5EF4-FFF2-40B4-BE49-F238E27FC236}">
              <a16:creationId xmlns:a16="http://schemas.microsoft.com/office/drawing/2014/main" id="{6FB73738-8FDD-38CD-7431-B76A01A21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g54dda1946d_6_332:notes">
            <a:extLst>
              <a:ext uri="{FF2B5EF4-FFF2-40B4-BE49-F238E27FC236}">
                <a16:creationId xmlns:a16="http://schemas.microsoft.com/office/drawing/2014/main" id="{3F4C4254-2213-10CE-BB2B-81EA801B05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1" name="Google Shape;951;g54dda1946d_6_332:notes">
            <a:extLst>
              <a:ext uri="{FF2B5EF4-FFF2-40B4-BE49-F238E27FC236}">
                <a16:creationId xmlns:a16="http://schemas.microsoft.com/office/drawing/2014/main" id="{76453D62-054E-76E5-676D-3AF6DC2D9E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61110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9">
          <a:extLst>
            <a:ext uri="{FF2B5EF4-FFF2-40B4-BE49-F238E27FC236}">
              <a16:creationId xmlns:a16="http://schemas.microsoft.com/office/drawing/2014/main" id="{5756D877-6EDB-D7A0-1085-53FE87A1E1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g54dda1946d_6_332:notes">
            <a:extLst>
              <a:ext uri="{FF2B5EF4-FFF2-40B4-BE49-F238E27FC236}">
                <a16:creationId xmlns:a16="http://schemas.microsoft.com/office/drawing/2014/main" id="{7D7FF001-A4F8-35DB-083F-689D87058B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1" name="Google Shape;951;g54dda1946d_6_332:notes">
            <a:extLst>
              <a:ext uri="{FF2B5EF4-FFF2-40B4-BE49-F238E27FC236}">
                <a16:creationId xmlns:a16="http://schemas.microsoft.com/office/drawing/2014/main" id="{9C27A01D-9883-98BF-9D66-8E290809F6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314007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9">
          <a:extLst>
            <a:ext uri="{FF2B5EF4-FFF2-40B4-BE49-F238E27FC236}">
              <a16:creationId xmlns:a16="http://schemas.microsoft.com/office/drawing/2014/main" id="{27624375-B61F-FD4E-9A84-2228B2F44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g54dda1946d_6_332:notes">
            <a:extLst>
              <a:ext uri="{FF2B5EF4-FFF2-40B4-BE49-F238E27FC236}">
                <a16:creationId xmlns:a16="http://schemas.microsoft.com/office/drawing/2014/main" id="{A103FE9F-E461-1796-126A-F573A2AFDF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1" name="Google Shape;951;g54dda1946d_6_332:notes">
            <a:extLst>
              <a:ext uri="{FF2B5EF4-FFF2-40B4-BE49-F238E27FC236}">
                <a16:creationId xmlns:a16="http://schemas.microsoft.com/office/drawing/2014/main" id="{5A7A550C-AEDB-39B6-6F4C-BC91776185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878592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5">
          <a:extLst>
            <a:ext uri="{FF2B5EF4-FFF2-40B4-BE49-F238E27FC236}">
              <a16:creationId xmlns:a16="http://schemas.microsoft.com/office/drawing/2014/main" id="{C015668E-60CA-E600-D6E4-7FF9AFD66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g14072739ea5_12_0:notes">
            <a:extLst>
              <a:ext uri="{FF2B5EF4-FFF2-40B4-BE49-F238E27FC236}">
                <a16:creationId xmlns:a16="http://schemas.microsoft.com/office/drawing/2014/main" id="{C3487AF5-6992-7DA2-D4BF-0706BAF76AF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7" name="Google Shape;937;g14072739ea5_12_0:notes">
            <a:extLst>
              <a:ext uri="{FF2B5EF4-FFF2-40B4-BE49-F238E27FC236}">
                <a16:creationId xmlns:a16="http://schemas.microsoft.com/office/drawing/2014/main" id="{2F43117E-3EF7-2877-36E8-94A20EAF1B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235373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4" name="Google Shape;794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6782" y="-1232671"/>
            <a:ext cx="9807905" cy="7974474"/>
            <a:chOff x="-6782" y="-1232671"/>
            <a:chExt cx="9807905" cy="7974474"/>
          </a:xfrm>
        </p:grpSpPr>
        <p:sp>
          <p:nvSpPr>
            <p:cNvPr id="10" name="Google Shape;10;p2"/>
            <p:cNvSpPr/>
            <p:nvPr/>
          </p:nvSpPr>
          <p:spPr>
            <a:xfrm rot="-5400000">
              <a:off x="7120124" y="4060803"/>
              <a:ext cx="3520399" cy="1841600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-1" y="4104678"/>
              <a:ext cx="3520399" cy="1841600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rot="10800000">
              <a:off x="-6782" y="-1232671"/>
              <a:ext cx="9150782" cy="1911396"/>
            </a:xfrm>
            <a:custGeom>
              <a:avLst/>
              <a:gdLst/>
              <a:ahLst/>
              <a:cxnLst/>
              <a:rect l="l" t="t" r="r" b="b"/>
              <a:pathLst>
                <a:path w="130200" h="26774" extrusionOk="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" name="Google Shape;13;p2"/>
          <p:cNvGrpSpPr/>
          <p:nvPr/>
        </p:nvGrpSpPr>
        <p:grpSpPr>
          <a:xfrm>
            <a:off x="-885529" y="302485"/>
            <a:ext cx="10998540" cy="4878740"/>
            <a:chOff x="-885529" y="302485"/>
            <a:chExt cx="10998540" cy="4878740"/>
          </a:xfrm>
        </p:grpSpPr>
        <p:sp>
          <p:nvSpPr>
            <p:cNvPr id="14" name="Google Shape;14;p2"/>
            <p:cNvSpPr/>
            <p:nvPr/>
          </p:nvSpPr>
          <p:spPr>
            <a:xfrm>
              <a:off x="2581296" y="4914218"/>
              <a:ext cx="1418251" cy="267006"/>
            </a:xfrm>
            <a:custGeom>
              <a:avLst/>
              <a:gdLst/>
              <a:ahLst/>
              <a:cxnLst/>
              <a:rect l="l" t="t" r="r" b="b"/>
              <a:pathLst>
                <a:path w="22325" h="4203" extrusionOk="0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7266974" y="4937849"/>
              <a:ext cx="1205478" cy="219752"/>
            </a:xfrm>
            <a:custGeom>
              <a:avLst/>
              <a:gdLst/>
              <a:ahLst/>
              <a:cxnLst/>
              <a:rect l="l" t="t" r="r" b="b"/>
              <a:pathLst>
                <a:path w="15848" h="2889" extrusionOk="0">
                  <a:moveTo>
                    <a:pt x="0" y="0"/>
                  </a:moveTo>
                  <a:lnTo>
                    <a:pt x="2889" y="2889"/>
                  </a:lnTo>
                  <a:lnTo>
                    <a:pt x="15847" y="2889"/>
                  </a:lnTo>
                  <a:lnTo>
                    <a:pt x="129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-293550" y="4455724"/>
              <a:ext cx="1006784" cy="183531"/>
            </a:xfrm>
            <a:custGeom>
              <a:avLst/>
              <a:gdLst/>
              <a:ahLst/>
              <a:cxnLst/>
              <a:rect l="l" t="t" r="r" b="b"/>
              <a:pathLst>
                <a:path w="15848" h="2889" extrusionOk="0">
                  <a:moveTo>
                    <a:pt x="0" y="0"/>
                  </a:moveTo>
                  <a:lnTo>
                    <a:pt x="2889" y="2889"/>
                  </a:lnTo>
                  <a:lnTo>
                    <a:pt x="15847" y="2889"/>
                  </a:lnTo>
                  <a:lnTo>
                    <a:pt x="129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 rot="10800000" flipH="1">
              <a:off x="8291042" y="569492"/>
              <a:ext cx="1821969" cy="184293"/>
            </a:xfrm>
            <a:custGeom>
              <a:avLst/>
              <a:gdLst/>
              <a:ahLst/>
              <a:cxnLst/>
              <a:rect l="l" t="t" r="r" b="b"/>
              <a:pathLst>
                <a:path w="28680" h="2901" extrusionOk="0">
                  <a:moveTo>
                    <a:pt x="28679" y="1"/>
                  </a:moveTo>
                  <a:lnTo>
                    <a:pt x="2737" y="162"/>
                  </a:lnTo>
                  <a:lnTo>
                    <a:pt x="1" y="2900"/>
                  </a:lnTo>
                  <a:lnTo>
                    <a:pt x="28679" y="2751"/>
                  </a:lnTo>
                  <a:lnTo>
                    <a:pt x="2867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 flipH="1">
              <a:off x="-885529" y="302485"/>
              <a:ext cx="1418251" cy="267006"/>
            </a:xfrm>
            <a:custGeom>
              <a:avLst/>
              <a:gdLst/>
              <a:ahLst/>
              <a:cxnLst/>
              <a:rect l="l" t="t" r="r" b="b"/>
              <a:pathLst>
                <a:path w="22325" h="4203" extrusionOk="0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" name="Google Shape;19;p2"/>
          <p:cNvGrpSpPr/>
          <p:nvPr/>
        </p:nvGrpSpPr>
        <p:grpSpPr>
          <a:xfrm>
            <a:off x="-689412" y="-2417039"/>
            <a:ext cx="11168660" cy="9105554"/>
            <a:chOff x="-689412" y="-2417039"/>
            <a:chExt cx="11168660" cy="9105554"/>
          </a:xfrm>
        </p:grpSpPr>
        <p:grpSp>
          <p:nvGrpSpPr>
            <p:cNvPr id="20" name="Google Shape;20;p2"/>
            <p:cNvGrpSpPr/>
            <p:nvPr/>
          </p:nvGrpSpPr>
          <p:grpSpPr>
            <a:xfrm>
              <a:off x="6699625" y="4455725"/>
              <a:ext cx="3779622" cy="1782883"/>
              <a:chOff x="5782225" y="4455725"/>
              <a:chExt cx="3779622" cy="1782883"/>
            </a:xfrm>
          </p:grpSpPr>
          <p:sp>
            <p:nvSpPr>
              <p:cNvPr id="21" name="Google Shape;21;p2"/>
              <p:cNvSpPr/>
              <p:nvPr/>
            </p:nvSpPr>
            <p:spPr>
              <a:xfrm>
                <a:off x="6756575" y="4455725"/>
                <a:ext cx="2805272" cy="1537408"/>
              </a:xfrm>
              <a:custGeom>
                <a:avLst/>
                <a:gdLst/>
                <a:ahLst/>
                <a:cxnLst/>
                <a:rect l="l" t="t" r="r" b="b"/>
                <a:pathLst>
                  <a:path w="87610" h="48014" extrusionOk="0">
                    <a:moveTo>
                      <a:pt x="41297" y="0"/>
                    </a:moveTo>
                    <a:lnTo>
                      <a:pt x="9329" y="31926"/>
                    </a:lnTo>
                    <a:lnTo>
                      <a:pt x="0" y="31926"/>
                    </a:lnTo>
                    <a:lnTo>
                      <a:pt x="0" y="48014"/>
                    </a:lnTo>
                    <a:lnTo>
                      <a:pt x="87610" y="48014"/>
                    </a:lnTo>
                    <a:lnTo>
                      <a:pt x="8761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5782225" y="4701200"/>
                <a:ext cx="2805272" cy="1537408"/>
              </a:xfrm>
              <a:custGeom>
                <a:avLst/>
                <a:gdLst/>
                <a:ahLst/>
                <a:cxnLst/>
                <a:rect l="l" t="t" r="r" b="b"/>
                <a:pathLst>
                  <a:path w="87610" h="48014" extrusionOk="0">
                    <a:moveTo>
                      <a:pt x="41297" y="0"/>
                    </a:moveTo>
                    <a:lnTo>
                      <a:pt x="9329" y="31926"/>
                    </a:lnTo>
                    <a:lnTo>
                      <a:pt x="0" y="31926"/>
                    </a:lnTo>
                    <a:lnTo>
                      <a:pt x="0" y="48014"/>
                    </a:lnTo>
                    <a:lnTo>
                      <a:pt x="87610" y="48014"/>
                    </a:lnTo>
                    <a:lnTo>
                      <a:pt x="8761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-48925" y="4604000"/>
              <a:ext cx="5424616" cy="2084515"/>
              <a:chOff x="0" y="4604000"/>
              <a:chExt cx="5424616" cy="2084515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0" y="4604000"/>
                <a:ext cx="4495016" cy="2084515"/>
              </a:xfrm>
              <a:custGeom>
                <a:avLst/>
                <a:gdLst/>
                <a:ahLst/>
                <a:cxnLst/>
                <a:rect l="l" t="t" r="r" b="b"/>
                <a:pathLst>
                  <a:path w="101749" h="47185" extrusionOk="0">
                    <a:moveTo>
                      <a:pt x="0" y="1"/>
                    </a:moveTo>
                    <a:lnTo>
                      <a:pt x="0" y="47185"/>
                    </a:lnTo>
                    <a:lnTo>
                      <a:pt x="101748" y="47185"/>
                    </a:lnTo>
                    <a:lnTo>
                      <a:pt x="101748" y="31097"/>
                    </a:lnTo>
                    <a:lnTo>
                      <a:pt x="96897" y="31097"/>
                    </a:lnTo>
                    <a:lnTo>
                      <a:pt x="76166" y="10366"/>
                    </a:lnTo>
                    <a:lnTo>
                      <a:pt x="55269" y="10366"/>
                    </a:lnTo>
                    <a:lnTo>
                      <a:pt x="4490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929600" y="4604000"/>
                <a:ext cx="4495016" cy="2084515"/>
              </a:xfrm>
              <a:custGeom>
                <a:avLst/>
                <a:gdLst/>
                <a:ahLst/>
                <a:cxnLst/>
                <a:rect l="l" t="t" r="r" b="b"/>
                <a:pathLst>
                  <a:path w="101749" h="47185" extrusionOk="0">
                    <a:moveTo>
                      <a:pt x="0" y="1"/>
                    </a:moveTo>
                    <a:lnTo>
                      <a:pt x="0" y="47185"/>
                    </a:lnTo>
                    <a:lnTo>
                      <a:pt x="101748" y="47185"/>
                    </a:lnTo>
                    <a:lnTo>
                      <a:pt x="101748" y="31097"/>
                    </a:lnTo>
                    <a:lnTo>
                      <a:pt x="96897" y="31097"/>
                    </a:lnTo>
                    <a:lnTo>
                      <a:pt x="76166" y="10366"/>
                    </a:lnTo>
                    <a:lnTo>
                      <a:pt x="55269" y="10366"/>
                    </a:lnTo>
                    <a:lnTo>
                      <a:pt x="4490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6" name="Google Shape;26;p2"/>
            <p:cNvSpPr/>
            <p:nvPr/>
          </p:nvSpPr>
          <p:spPr>
            <a:xfrm rot="10800000">
              <a:off x="-689412" y="-1173475"/>
              <a:ext cx="2805272" cy="1537408"/>
            </a:xfrm>
            <a:custGeom>
              <a:avLst/>
              <a:gdLst/>
              <a:ahLst/>
              <a:cxnLst/>
              <a:rect l="l" t="t" r="r" b="b"/>
              <a:pathLst>
                <a:path w="87610" h="48014" extrusionOk="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 rot="10800000">
              <a:off x="4880516" y="-2417039"/>
              <a:ext cx="5115407" cy="3017539"/>
            </a:xfrm>
            <a:custGeom>
              <a:avLst/>
              <a:gdLst/>
              <a:ahLst/>
              <a:cxnLst/>
              <a:rect l="l" t="t" r="r" b="b"/>
              <a:pathLst>
                <a:path w="111617" h="65842" extrusionOk="0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" name="Google Shape;28;p2"/>
          <p:cNvSpPr txBox="1">
            <a:spLocks noGrp="1"/>
          </p:cNvSpPr>
          <p:nvPr>
            <p:ph type="ctrTitle"/>
          </p:nvPr>
        </p:nvSpPr>
        <p:spPr>
          <a:xfrm>
            <a:off x="1394250" y="1432275"/>
            <a:ext cx="6355500" cy="1610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2"/>
          <p:cNvSpPr txBox="1">
            <a:spLocks noGrp="1"/>
          </p:cNvSpPr>
          <p:nvPr>
            <p:ph type="subTitle" idx="1"/>
          </p:nvPr>
        </p:nvSpPr>
        <p:spPr>
          <a:xfrm>
            <a:off x="1394250" y="3058425"/>
            <a:ext cx="6355500" cy="38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5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oogle Shape;54;p4"/>
          <p:cNvGrpSpPr/>
          <p:nvPr/>
        </p:nvGrpSpPr>
        <p:grpSpPr>
          <a:xfrm>
            <a:off x="7852085" y="4186321"/>
            <a:ext cx="3074607" cy="453954"/>
            <a:chOff x="5478797" y="847321"/>
            <a:chExt cx="3074607" cy="453954"/>
          </a:xfrm>
        </p:grpSpPr>
        <p:grpSp>
          <p:nvGrpSpPr>
            <p:cNvPr id="55" name="Google Shape;55;p4"/>
            <p:cNvGrpSpPr/>
            <p:nvPr/>
          </p:nvGrpSpPr>
          <p:grpSpPr>
            <a:xfrm flipH="1">
              <a:off x="5675409" y="922405"/>
              <a:ext cx="2877996" cy="223763"/>
              <a:chOff x="1687059" y="2012316"/>
              <a:chExt cx="3573375" cy="277863"/>
            </a:xfrm>
          </p:grpSpPr>
          <p:sp>
            <p:nvSpPr>
              <p:cNvPr id="56" name="Google Shape;56;p4"/>
              <p:cNvSpPr/>
              <p:nvPr/>
            </p:nvSpPr>
            <p:spPr>
              <a:xfrm>
                <a:off x="1687059" y="2012316"/>
                <a:ext cx="3516675" cy="253825"/>
              </a:xfrm>
              <a:custGeom>
                <a:avLst/>
                <a:gdLst/>
                <a:ahLst/>
                <a:cxnLst/>
                <a:rect l="l" t="t" r="r" b="b"/>
                <a:pathLst>
                  <a:path w="140667" h="10153" extrusionOk="0">
                    <a:moveTo>
                      <a:pt x="0" y="0"/>
                    </a:moveTo>
                    <a:lnTo>
                      <a:pt x="67520" y="0"/>
                    </a:lnTo>
                    <a:lnTo>
                      <a:pt x="77673" y="10153"/>
                    </a:lnTo>
                    <a:lnTo>
                      <a:pt x="140667" y="10153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57" name="Google Shape;57;p4"/>
              <p:cNvSpPr/>
              <p:nvPr/>
            </p:nvSpPr>
            <p:spPr>
              <a:xfrm>
                <a:off x="5203734" y="2233479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8" name="Google Shape;58;p4"/>
            <p:cNvGrpSpPr/>
            <p:nvPr/>
          </p:nvGrpSpPr>
          <p:grpSpPr>
            <a:xfrm flipH="1">
              <a:off x="6072799" y="847321"/>
              <a:ext cx="2430997" cy="185534"/>
              <a:chOff x="1748547" y="1392116"/>
              <a:chExt cx="5911958" cy="451312"/>
            </a:xfrm>
          </p:grpSpPr>
          <p:sp>
            <p:nvSpPr>
              <p:cNvPr id="59" name="Google Shape;59;p4"/>
              <p:cNvSpPr/>
              <p:nvPr/>
            </p:nvSpPr>
            <p:spPr>
              <a:xfrm>
                <a:off x="1748547" y="1392116"/>
                <a:ext cx="5793758" cy="395567"/>
              </a:xfrm>
              <a:custGeom>
                <a:avLst/>
                <a:gdLst/>
                <a:ahLst/>
                <a:cxnLst/>
                <a:rect l="l" t="t" r="r" b="b"/>
                <a:pathLst>
                  <a:path w="111066" h="7583" extrusionOk="0">
                    <a:moveTo>
                      <a:pt x="0" y="0"/>
                    </a:moveTo>
                    <a:lnTo>
                      <a:pt x="79263" y="0"/>
                    </a:lnTo>
                    <a:lnTo>
                      <a:pt x="86847" y="7583"/>
                    </a:lnTo>
                    <a:lnTo>
                      <a:pt x="111066" y="7583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60" name="Google Shape;60;p4"/>
              <p:cNvSpPr/>
              <p:nvPr/>
            </p:nvSpPr>
            <p:spPr>
              <a:xfrm>
                <a:off x="7542305" y="1725228"/>
                <a:ext cx="118200" cy="1182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1" name="Google Shape;61;p4"/>
            <p:cNvGrpSpPr/>
            <p:nvPr/>
          </p:nvGrpSpPr>
          <p:grpSpPr>
            <a:xfrm flipH="1">
              <a:off x="5478797" y="1255615"/>
              <a:ext cx="3010303" cy="45661"/>
              <a:chOff x="1766900" y="2869225"/>
              <a:chExt cx="3737650" cy="56700"/>
            </a:xfrm>
          </p:grpSpPr>
          <p:cxnSp>
            <p:nvCxnSpPr>
              <p:cNvPr id="62" name="Google Shape;62;p4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63" name="Google Shape;63;p4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4" name="Google Shape;64;p4"/>
          <p:cNvGrpSpPr/>
          <p:nvPr/>
        </p:nvGrpSpPr>
        <p:grpSpPr>
          <a:xfrm>
            <a:off x="-522276" y="-1302097"/>
            <a:ext cx="7191391" cy="7853482"/>
            <a:chOff x="-522276" y="-1302097"/>
            <a:chExt cx="7191391" cy="7853482"/>
          </a:xfrm>
        </p:grpSpPr>
        <p:sp>
          <p:nvSpPr>
            <p:cNvPr id="65" name="Google Shape;65;p4"/>
            <p:cNvSpPr/>
            <p:nvPr/>
          </p:nvSpPr>
          <p:spPr>
            <a:xfrm flipH="1">
              <a:off x="3148717" y="4709785"/>
              <a:ext cx="3520399" cy="1841600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4"/>
            <p:cNvSpPr/>
            <p:nvPr/>
          </p:nvSpPr>
          <p:spPr>
            <a:xfrm rot="10800000" flipH="1">
              <a:off x="-522276" y="-1302097"/>
              <a:ext cx="3520399" cy="1841600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7" name="Google Shape;67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4"/>
          <p:cNvSpPr txBox="1">
            <a:spLocks noGrp="1"/>
          </p:cNvSpPr>
          <p:nvPr>
            <p:ph type="body" idx="1"/>
          </p:nvPr>
        </p:nvSpPr>
        <p:spPr>
          <a:xfrm>
            <a:off x="720000" y="1065989"/>
            <a:ext cx="7704000" cy="34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ctr" rtl="0"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>
                <a:solidFill>
                  <a:schemeClr val="hlink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69" name="Google Shape;69;p4"/>
          <p:cNvSpPr/>
          <p:nvPr/>
        </p:nvSpPr>
        <p:spPr>
          <a:xfrm flipH="1">
            <a:off x="6000549" y="4603999"/>
            <a:ext cx="1205478" cy="219752"/>
          </a:xfrm>
          <a:custGeom>
            <a:avLst/>
            <a:gdLst/>
            <a:ahLst/>
            <a:cxnLst/>
            <a:rect l="l" t="t" r="r" b="b"/>
            <a:pathLst>
              <a:path w="15848" h="2889" extrusionOk="0">
                <a:moveTo>
                  <a:pt x="0" y="0"/>
                </a:moveTo>
                <a:lnTo>
                  <a:pt x="2889" y="2889"/>
                </a:lnTo>
                <a:lnTo>
                  <a:pt x="15847" y="2889"/>
                </a:lnTo>
                <a:lnTo>
                  <a:pt x="12959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0" name="Google Shape;70;p4"/>
          <p:cNvGrpSpPr/>
          <p:nvPr/>
        </p:nvGrpSpPr>
        <p:grpSpPr>
          <a:xfrm>
            <a:off x="4132575" y="4716825"/>
            <a:ext cx="5724316" cy="2084515"/>
            <a:chOff x="4132575" y="4716825"/>
            <a:chExt cx="5724316" cy="2084515"/>
          </a:xfrm>
        </p:grpSpPr>
        <p:sp>
          <p:nvSpPr>
            <p:cNvPr id="71" name="Google Shape;71;p4"/>
            <p:cNvSpPr/>
            <p:nvPr/>
          </p:nvSpPr>
          <p:spPr>
            <a:xfrm flipH="1">
              <a:off x="5361875" y="4716825"/>
              <a:ext cx="4495016" cy="2084515"/>
            </a:xfrm>
            <a:custGeom>
              <a:avLst/>
              <a:gdLst/>
              <a:ahLst/>
              <a:cxnLst/>
              <a:rect l="l" t="t" r="r" b="b"/>
              <a:pathLst>
                <a:path w="101749" h="47185" extrusionOk="0">
                  <a:moveTo>
                    <a:pt x="0" y="1"/>
                  </a:moveTo>
                  <a:lnTo>
                    <a:pt x="0" y="47185"/>
                  </a:lnTo>
                  <a:lnTo>
                    <a:pt x="101748" y="47185"/>
                  </a:lnTo>
                  <a:lnTo>
                    <a:pt x="101748" y="31097"/>
                  </a:lnTo>
                  <a:lnTo>
                    <a:pt x="96897" y="31097"/>
                  </a:lnTo>
                  <a:lnTo>
                    <a:pt x="76166" y="10366"/>
                  </a:lnTo>
                  <a:lnTo>
                    <a:pt x="55269" y="10366"/>
                  </a:lnTo>
                  <a:lnTo>
                    <a:pt x="4490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4"/>
            <p:cNvSpPr/>
            <p:nvPr/>
          </p:nvSpPr>
          <p:spPr>
            <a:xfrm flipH="1">
              <a:off x="4132575" y="4716825"/>
              <a:ext cx="4495016" cy="2084515"/>
            </a:xfrm>
            <a:custGeom>
              <a:avLst/>
              <a:gdLst/>
              <a:ahLst/>
              <a:cxnLst/>
              <a:rect l="l" t="t" r="r" b="b"/>
              <a:pathLst>
                <a:path w="101749" h="47185" extrusionOk="0">
                  <a:moveTo>
                    <a:pt x="0" y="1"/>
                  </a:moveTo>
                  <a:lnTo>
                    <a:pt x="0" y="47185"/>
                  </a:lnTo>
                  <a:lnTo>
                    <a:pt x="101748" y="47185"/>
                  </a:lnTo>
                  <a:lnTo>
                    <a:pt x="101748" y="31097"/>
                  </a:lnTo>
                  <a:lnTo>
                    <a:pt x="96897" y="31097"/>
                  </a:lnTo>
                  <a:lnTo>
                    <a:pt x="76166" y="10366"/>
                  </a:lnTo>
                  <a:lnTo>
                    <a:pt x="55269" y="10366"/>
                  </a:lnTo>
                  <a:lnTo>
                    <a:pt x="4490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7"/>
          <p:cNvSpPr txBox="1">
            <a:spLocks noGrp="1"/>
          </p:cNvSpPr>
          <p:nvPr>
            <p:ph type="subTitle" idx="1"/>
          </p:nvPr>
        </p:nvSpPr>
        <p:spPr>
          <a:xfrm>
            <a:off x="1039274" y="1747188"/>
            <a:ext cx="3057000" cy="22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115" name="Google Shape;115;p7"/>
          <p:cNvSpPr>
            <a:spLocks noGrp="1"/>
          </p:cNvSpPr>
          <p:nvPr>
            <p:ph type="pic" idx="2"/>
          </p:nvPr>
        </p:nvSpPr>
        <p:spPr>
          <a:xfrm>
            <a:off x="4393774" y="1379588"/>
            <a:ext cx="3903300" cy="30336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MX"/>
          </a:p>
        </p:txBody>
      </p:sp>
      <p:sp>
        <p:nvSpPr>
          <p:cNvPr id="116" name="Google Shape;116;p7"/>
          <p:cNvSpPr/>
          <p:nvPr/>
        </p:nvSpPr>
        <p:spPr>
          <a:xfrm>
            <a:off x="-1098862" y="4604011"/>
            <a:ext cx="5115407" cy="3017539"/>
          </a:xfrm>
          <a:custGeom>
            <a:avLst/>
            <a:gdLst/>
            <a:ahLst/>
            <a:cxnLst/>
            <a:rect l="l" t="t" r="r" b="b"/>
            <a:pathLst>
              <a:path w="111617" h="65842" extrusionOk="0">
                <a:moveTo>
                  <a:pt x="0" y="0"/>
                </a:moveTo>
                <a:lnTo>
                  <a:pt x="0" y="65842"/>
                </a:lnTo>
                <a:lnTo>
                  <a:pt x="111616" y="65842"/>
                </a:lnTo>
                <a:lnTo>
                  <a:pt x="111616" y="17621"/>
                </a:lnTo>
                <a:lnTo>
                  <a:pt x="97436" y="17621"/>
                </a:lnTo>
                <a:lnTo>
                  <a:pt x="85702" y="6053"/>
                </a:lnTo>
                <a:lnTo>
                  <a:pt x="52864" y="6053"/>
                </a:lnTo>
                <a:lnTo>
                  <a:pt x="46811" y="0"/>
                </a:lnTo>
                <a:close/>
              </a:path>
            </a:pathLst>
          </a:custGeom>
          <a:solidFill>
            <a:srgbClr val="000000">
              <a:alpha val="87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7"/>
          <p:cNvSpPr/>
          <p:nvPr/>
        </p:nvSpPr>
        <p:spPr>
          <a:xfrm rot="10800000" flipH="1">
            <a:off x="-1594613" y="-603810"/>
            <a:ext cx="3247250" cy="1698710"/>
          </a:xfrm>
          <a:custGeom>
            <a:avLst/>
            <a:gdLst/>
            <a:ahLst/>
            <a:cxnLst/>
            <a:rect l="l" t="t" r="r" b="b"/>
            <a:pathLst>
              <a:path w="64958" h="33981" extrusionOk="0">
                <a:moveTo>
                  <a:pt x="1" y="0"/>
                </a:moveTo>
                <a:lnTo>
                  <a:pt x="1" y="33831"/>
                </a:lnTo>
                <a:lnTo>
                  <a:pt x="64957" y="33980"/>
                </a:lnTo>
                <a:lnTo>
                  <a:pt x="64957" y="33980"/>
                </a:lnTo>
                <a:lnTo>
                  <a:pt x="30991" y="0"/>
                </a:lnTo>
                <a:close/>
              </a:path>
            </a:pathLst>
          </a:custGeom>
          <a:solidFill>
            <a:srgbClr val="000000">
              <a:alpha val="137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8" name="Google Shape;118;p7"/>
          <p:cNvGrpSpPr/>
          <p:nvPr/>
        </p:nvGrpSpPr>
        <p:grpSpPr>
          <a:xfrm>
            <a:off x="645846" y="7"/>
            <a:ext cx="7230373" cy="5143500"/>
            <a:chOff x="645846" y="7"/>
            <a:chExt cx="7230373" cy="5143500"/>
          </a:xfrm>
        </p:grpSpPr>
        <p:sp>
          <p:nvSpPr>
            <p:cNvPr id="119" name="Google Shape;119;p7"/>
            <p:cNvSpPr/>
            <p:nvPr/>
          </p:nvSpPr>
          <p:spPr>
            <a:xfrm rot="10800000">
              <a:off x="6457967" y="7"/>
              <a:ext cx="1418251" cy="267006"/>
            </a:xfrm>
            <a:custGeom>
              <a:avLst/>
              <a:gdLst/>
              <a:ahLst/>
              <a:cxnLst/>
              <a:rect l="l" t="t" r="r" b="b"/>
              <a:pathLst>
                <a:path w="22325" h="4203" extrusionOk="0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7"/>
            <p:cNvSpPr/>
            <p:nvPr/>
          </p:nvSpPr>
          <p:spPr>
            <a:xfrm rot="10800000">
              <a:off x="645846" y="4959976"/>
              <a:ext cx="1006784" cy="183531"/>
            </a:xfrm>
            <a:custGeom>
              <a:avLst/>
              <a:gdLst/>
              <a:ahLst/>
              <a:cxnLst/>
              <a:rect l="l" t="t" r="r" b="b"/>
              <a:pathLst>
                <a:path w="15848" h="2889" extrusionOk="0">
                  <a:moveTo>
                    <a:pt x="0" y="0"/>
                  </a:moveTo>
                  <a:lnTo>
                    <a:pt x="2889" y="2889"/>
                  </a:lnTo>
                  <a:lnTo>
                    <a:pt x="15847" y="2889"/>
                  </a:lnTo>
                  <a:lnTo>
                    <a:pt x="129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1" name="Google Shape;121;p7"/>
          <p:cNvGrpSpPr/>
          <p:nvPr/>
        </p:nvGrpSpPr>
        <p:grpSpPr>
          <a:xfrm>
            <a:off x="-1510053" y="314652"/>
            <a:ext cx="3296400" cy="703085"/>
            <a:chOff x="-12" y="3628590"/>
            <a:chExt cx="3296400" cy="703085"/>
          </a:xfrm>
        </p:grpSpPr>
        <p:grpSp>
          <p:nvGrpSpPr>
            <p:cNvPr id="122" name="Google Shape;122;p7"/>
            <p:cNvGrpSpPr/>
            <p:nvPr/>
          </p:nvGrpSpPr>
          <p:grpSpPr>
            <a:xfrm>
              <a:off x="854867" y="3996692"/>
              <a:ext cx="1567047" cy="45661"/>
              <a:chOff x="1754675" y="2661275"/>
              <a:chExt cx="1945675" cy="56700"/>
            </a:xfrm>
          </p:grpSpPr>
          <p:cxnSp>
            <p:nvCxnSpPr>
              <p:cNvPr id="123" name="Google Shape;123;p7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24" name="Google Shape;124;p7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5" name="Google Shape;125;p7"/>
            <p:cNvGrpSpPr/>
            <p:nvPr/>
          </p:nvGrpSpPr>
          <p:grpSpPr>
            <a:xfrm>
              <a:off x="518420" y="4195487"/>
              <a:ext cx="1561280" cy="136187"/>
              <a:chOff x="1754675" y="2824000"/>
              <a:chExt cx="4728285" cy="412439"/>
            </a:xfrm>
          </p:grpSpPr>
          <p:sp>
            <p:nvSpPr>
              <p:cNvPr id="126" name="Google Shape;126;p7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avLst/>
                <a:gdLst/>
                <a:ahLst/>
                <a:cxnLst/>
                <a:rect l="l" t="t" r="r" b="b"/>
                <a:pathLst>
                  <a:path w="77550" h="5994" extrusionOk="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127" name="Google Shape;127;p7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8" name="Google Shape;128;p7"/>
            <p:cNvGrpSpPr/>
            <p:nvPr/>
          </p:nvGrpSpPr>
          <p:grpSpPr>
            <a:xfrm>
              <a:off x="226304" y="3764887"/>
              <a:ext cx="3070084" cy="102364"/>
              <a:chOff x="1779150" y="2604263"/>
              <a:chExt cx="3811875" cy="127113"/>
            </a:xfrm>
          </p:grpSpPr>
          <p:sp>
            <p:nvSpPr>
              <p:cNvPr id="129" name="Google Shape;129;p7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avLst/>
                <a:gdLst/>
                <a:ahLst/>
                <a:cxnLst/>
                <a:rect l="l" t="t" r="r" b="b"/>
                <a:pathLst>
                  <a:path w="150207" h="4037" extrusionOk="0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130" name="Google Shape;130;p7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1" name="Google Shape;131;p7"/>
            <p:cNvGrpSpPr/>
            <p:nvPr/>
          </p:nvGrpSpPr>
          <p:grpSpPr>
            <a:xfrm>
              <a:off x="-12" y="3628590"/>
              <a:ext cx="3010303" cy="45661"/>
              <a:chOff x="1766900" y="2869225"/>
              <a:chExt cx="3737650" cy="56700"/>
            </a:xfrm>
          </p:grpSpPr>
          <p:cxnSp>
            <p:nvCxnSpPr>
              <p:cNvPr id="132" name="Google Shape;132;p7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33" name="Google Shape;133;p7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34" name="Google Shape;134;p7"/>
          <p:cNvGrpSpPr/>
          <p:nvPr/>
        </p:nvGrpSpPr>
        <p:grpSpPr>
          <a:xfrm>
            <a:off x="-1510039" y="-1589006"/>
            <a:ext cx="11920665" cy="7774731"/>
            <a:chOff x="-1510039" y="-1589006"/>
            <a:chExt cx="11920665" cy="7774731"/>
          </a:xfrm>
        </p:grpSpPr>
        <p:sp>
          <p:nvSpPr>
            <p:cNvPr id="135" name="Google Shape;135;p7"/>
            <p:cNvSpPr/>
            <p:nvPr/>
          </p:nvSpPr>
          <p:spPr>
            <a:xfrm rot="10800000">
              <a:off x="6802328" y="-1589006"/>
              <a:ext cx="3608299" cy="2128507"/>
            </a:xfrm>
            <a:custGeom>
              <a:avLst/>
              <a:gdLst/>
              <a:ahLst/>
              <a:cxnLst/>
              <a:rect l="l" t="t" r="r" b="b"/>
              <a:pathLst>
                <a:path w="111617" h="65842" extrusionOk="0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7"/>
            <p:cNvSpPr/>
            <p:nvPr/>
          </p:nvSpPr>
          <p:spPr>
            <a:xfrm>
              <a:off x="-1510039" y="4316600"/>
              <a:ext cx="3573015" cy="1869125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9" name="Google Shape;189;p9"/>
          <p:cNvGrpSpPr/>
          <p:nvPr/>
        </p:nvGrpSpPr>
        <p:grpSpPr>
          <a:xfrm>
            <a:off x="-427509" y="-1247071"/>
            <a:ext cx="9750025" cy="7678774"/>
            <a:chOff x="-427509" y="-1247071"/>
            <a:chExt cx="9750025" cy="7678774"/>
          </a:xfrm>
        </p:grpSpPr>
        <p:sp>
          <p:nvSpPr>
            <p:cNvPr id="190" name="Google Shape;190;p9"/>
            <p:cNvSpPr/>
            <p:nvPr/>
          </p:nvSpPr>
          <p:spPr>
            <a:xfrm>
              <a:off x="-10" y="4520307"/>
              <a:ext cx="9294978" cy="1911396"/>
            </a:xfrm>
            <a:custGeom>
              <a:avLst/>
              <a:gdLst/>
              <a:ahLst/>
              <a:cxnLst/>
              <a:rect l="l" t="t" r="r" b="b"/>
              <a:pathLst>
                <a:path w="130200" h="26774" extrusionOk="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9"/>
            <p:cNvSpPr/>
            <p:nvPr/>
          </p:nvSpPr>
          <p:spPr>
            <a:xfrm rot="10800000">
              <a:off x="5802117" y="-1134709"/>
              <a:ext cx="3520399" cy="1841600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9"/>
            <p:cNvSpPr/>
            <p:nvPr/>
          </p:nvSpPr>
          <p:spPr>
            <a:xfrm rot="5400000">
              <a:off x="-1266908" y="-407672"/>
              <a:ext cx="3520399" cy="1841600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3" name="Google Shape;193;p9"/>
          <p:cNvSpPr txBox="1">
            <a:spLocks noGrp="1"/>
          </p:cNvSpPr>
          <p:nvPr>
            <p:ph type="title"/>
          </p:nvPr>
        </p:nvSpPr>
        <p:spPr>
          <a:xfrm>
            <a:off x="1481025" y="2102825"/>
            <a:ext cx="2954400" cy="94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94" name="Google Shape;194;p9"/>
          <p:cNvSpPr txBox="1">
            <a:spLocks noGrp="1"/>
          </p:cNvSpPr>
          <p:nvPr>
            <p:ph type="subTitle" idx="1"/>
          </p:nvPr>
        </p:nvSpPr>
        <p:spPr>
          <a:xfrm>
            <a:off x="4555250" y="2102825"/>
            <a:ext cx="3294000" cy="94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195" name="Google Shape;195;p9"/>
          <p:cNvGrpSpPr/>
          <p:nvPr/>
        </p:nvGrpSpPr>
        <p:grpSpPr>
          <a:xfrm>
            <a:off x="-427494" y="7"/>
            <a:ext cx="9851067" cy="5168274"/>
            <a:chOff x="-427494" y="7"/>
            <a:chExt cx="9851067" cy="5168274"/>
          </a:xfrm>
        </p:grpSpPr>
        <p:sp>
          <p:nvSpPr>
            <p:cNvPr id="196" name="Google Shape;196;p9"/>
            <p:cNvSpPr/>
            <p:nvPr/>
          </p:nvSpPr>
          <p:spPr>
            <a:xfrm rot="10800000">
              <a:off x="7647417" y="7"/>
              <a:ext cx="1418251" cy="267006"/>
            </a:xfrm>
            <a:custGeom>
              <a:avLst/>
              <a:gdLst/>
              <a:ahLst/>
              <a:cxnLst/>
              <a:rect l="l" t="t" r="r" b="b"/>
              <a:pathLst>
                <a:path w="22325" h="4203" extrusionOk="0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9"/>
            <p:cNvSpPr/>
            <p:nvPr/>
          </p:nvSpPr>
          <p:spPr>
            <a:xfrm flipH="1">
              <a:off x="1920116" y="4983988"/>
              <a:ext cx="1821969" cy="184293"/>
            </a:xfrm>
            <a:custGeom>
              <a:avLst/>
              <a:gdLst/>
              <a:ahLst/>
              <a:cxnLst/>
              <a:rect l="l" t="t" r="r" b="b"/>
              <a:pathLst>
                <a:path w="28680" h="2901" extrusionOk="0">
                  <a:moveTo>
                    <a:pt x="28679" y="1"/>
                  </a:moveTo>
                  <a:lnTo>
                    <a:pt x="2737" y="162"/>
                  </a:lnTo>
                  <a:lnTo>
                    <a:pt x="1" y="2900"/>
                  </a:lnTo>
                  <a:lnTo>
                    <a:pt x="28679" y="2751"/>
                  </a:lnTo>
                  <a:lnTo>
                    <a:pt x="2867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9"/>
            <p:cNvSpPr/>
            <p:nvPr/>
          </p:nvSpPr>
          <p:spPr>
            <a:xfrm rot="10800000" flipH="1">
              <a:off x="-427494" y="809776"/>
              <a:ext cx="1006784" cy="183531"/>
            </a:xfrm>
            <a:custGeom>
              <a:avLst/>
              <a:gdLst/>
              <a:ahLst/>
              <a:cxnLst/>
              <a:rect l="l" t="t" r="r" b="b"/>
              <a:pathLst>
                <a:path w="15848" h="2889" extrusionOk="0">
                  <a:moveTo>
                    <a:pt x="0" y="0"/>
                  </a:moveTo>
                  <a:lnTo>
                    <a:pt x="2889" y="2889"/>
                  </a:lnTo>
                  <a:lnTo>
                    <a:pt x="15847" y="2889"/>
                  </a:lnTo>
                  <a:lnTo>
                    <a:pt x="129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9"/>
            <p:cNvSpPr/>
            <p:nvPr/>
          </p:nvSpPr>
          <p:spPr>
            <a:xfrm flipH="1">
              <a:off x="8005321" y="4336991"/>
              <a:ext cx="1418251" cy="267006"/>
            </a:xfrm>
            <a:custGeom>
              <a:avLst/>
              <a:gdLst/>
              <a:ahLst/>
              <a:cxnLst/>
              <a:rect l="l" t="t" r="r" b="b"/>
              <a:pathLst>
                <a:path w="22325" h="4203" extrusionOk="0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0" name="Google Shape;200;p9"/>
          <p:cNvGrpSpPr/>
          <p:nvPr/>
        </p:nvGrpSpPr>
        <p:grpSpPr>
          <a:xfrm>
            <a:off x="-591414" y="-2175664"/>
            <a:ext cx="11258111" cy="9004879"/>
            <a:chOff x="-591414" y="-2175664"/>
            <a:chExt cx="11258111" cy="9004879"/>
          </a:xfrm>
        </p:grpSpPr>
        <p:grpSp>
          <p:nvGrpSpPr>
            <p:cNvPr id="201" name="Google Shape;201;p9"/>
            <p:cNvGrpSpPr/>
            <p:nvPr/>
          </p:nvGrpSpPr>
          <p:grpSpPr>
            <a:xfrm flipH="1">
              <a:off x="4314168" y="4744700"/>
              <a:ext cx="5712041" cy="2084515"/>
              <a:chOff x="0" y="4530625"/>
              <a:chExt cx="5712041" cy="2084515"/>
            </a:xfrm>
          </p:grpSpPr>
          <p:sp>
            <p:nvSpPr>
              <p:cNvPr id="202" name="Google Shape;202;p9"/>
              <p:cNvSpPr/>
              <p:nvPr/>
            </p:nvSpPr>
            <p:spPr>
              <a:xfrm>
                <a:off x="0" y="4530625"/>
                <a:ext cx="4495016" cy="2084515"/>
              </a:xfrm>
              <a:custGeom>
                <a:avLst/>
                <a:gdLst/>
                <a:ahLst/>
                <a:cxnLst/>
                <a:rect l="l" t="t" r="r" b="b"/>
                <a:pathLst>
                  <a:path w="101749" h="47185" extrusionOk="0">
                    <a:moveTo>
                      <a:pt x="0" y="1"/>
                    </a:moveTo>
                    <a:lnTo>
                      <a:pt x="0" y="47185"/>
                    </a:lnTo>
                    <a:lnTo>
                      <a:pt x="101748" y="47185"/>
                    </a:lnTo>
                    <a:lnTo>
                      <a:pt x="101748" y="31097"/>
                    </a:lnTo>
                    <a:lnTo>
                      <a:pt x="96897" y="31097"/>
                    </a:lnTo>
                    <a:lnTo>
                      <a:pt x="76166" y="10366"/>
                    </a:lnTo>
                    <a:lnTo>
                      <a:pt x="55269" y="10366"/>
                    </a:lnTo>
                    <a:lnTo>
                      <a:pt x="4490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Google Shape;203;p9"/>
              <p:cNvSpPr/>
              <p:nvPr/>
            </p:nvSpPr>
            <p:spPr>
              <a:xfrm>
                <a:off x="1217025" y="4530625"/>
                <a:ext cx="4495016" cy="2084515"/>
              </a:xfrm>
              <a:custGeom>
                <a:avLst/>
                <a:gdLst/>
                <a:ahLst/>
                <a:cxnLst/>
                <a:rect l="l" t="t" r="r" b="b"/>
                <a:pathLst>
                  <a:path w="101749" h="47185" extrusionOk="0">
                    <a:moveTo>
                      <a:pt x="0" y="1"/>
                    </a:moveTo>
                    <a:lnTo>
                      <a:pt x="0" y="47185"/>
                    </a:lnTo>
                    <a:lnTo>
                      <a:pt x="101748" y="47185"/>
                    </a:lnTo>
                    <a:lnTo>
                      <a:pt x="101748" y="31097"/>
                    </a:lnTo>
                    <a:lnTo>
                      <a:pt x="96897" y="31097"/>
                    </a:lnTo>
                    <a:lnTo>
                      <a:pt x="76166" y="10366"/>
                    </a:lnTo>
                    <a:lnTo>
                      <a:pt x="55269" y="10366"/>
                    </a:lnTo>
                    <a:lnTo>
                      <a:pt x="4490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04" name="Google Shape;204;p9"/>
            <p:cNvSpPr/>
            <p:nvPr/>
          </p:nvSpPr>
          <p:spPr>
            <a:xfrm rot="10800000" flipH="1">
              <a:off x="7861425" y="-959400"/>
              <a:ext cx="2805272" cy="1537408"/>
            </a:xfrm>
            <a:custGeom>
              <a:avLst/>
              <a:gdLst/>
              <a:ahLst/>
              <a:cxnLst/>
              <a:rect l="l" t="t" r="r" b="b"/>
              <a:pathLst>
                <a:path w="87610" h="48014" extrusionOk="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9"/>
            <p:cNvSpPr/>
            <p:nvPr/>
          </p:nvSpPr>
          <p:spPr>
            <a:xfrm rot="10800000" flipH="1">
              <a:off x="-591414" y="-2175664"/>
              <a:ext cx="5115407" cy="3017539"/>
            </a:xfrm>
            <a:custGeom>
              <a:avLst/>
              <a:gdLst/>
              <a:ahLst/>
              <a:cxnLst/>
              <a:rect l="l" t="t" r="r" b="b"/>
              <a:pathLst>
                <a:path w="111617" h="65842" extrusionOk="0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06" name="Google Shape;206;p9"/>
            <p:cNvGrpSpPr/>
            <p:nvPr/>
          </p:nvGrpSpPr>
          <p:grpSpPr>
            <a:xfrm flipH="1">
              <a:off x="-501963" y="4669800"/>
              <a:ext cx="3820522" cy="1537408"/>
              <a:chOff x="5741325" y="4455725"/>
              <a:chExt cx="3820522" cy="1537408"/>
            </a:xfrm>
          </p:grpSpPr>
          <p:sp>
            <p:nvSpPr>
              <p:cNvPr id="207" name="Google Shape;207;p9"/>
              <p:cNvSpPr/>
              <p:nvPr/>
            </p:nvSpPr>
            <p:spPr>
              <a:xfrm>
                <a:off x="6756575" y="4455725"/>
                <a:ext cx="2805272" cy="1537408"/>
              </a:xfrm>
              <a:custGeom>
                <a:avLst/>
                <a:gdLst/>
                <a:ahLst/>
                <a:cxnLst/>
                <a:rect l="l" t="t" r="r" b="b"/>
                <a:pathLst>
                  <a:path w="87610" h="48014" extrusionOk="0">
                    <a:moveTo>
                      <a:pt x="41297" y="0"/>
                    </a:moveTo>
                    <a:lnTo>
                      <a:pt x="9329" y="31926"/>
                    </a:lnTo>
                    <a:lnTo>
                      <a:pt x="0" y="31926"/>
                    </a:lnTo>
                    <a:lnTo>
                      <a:pt x="0" y="48014"/>
                    </a:lnTo>
                    <a:lnTo>
                      <a:pt x="87610" y="48014"/>
                    </a:lnTo>
                    <a:lnTo>
                      <a:pt x="8761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Google Shape;208;p9"/>
              <p:cNvSpPr/>
              <p:nvPr/>
            </p:nvSpPr>
            <p:spPr>
              <a:xfrm>
                <a:off x="5741325" y="4455725"/>
                <a:ext cx="2805272" cy="1537408"/>
              </a:xfrm>
              <a:custGeom>
                <a:avLst/>
                <a:gdLst/>
                <a:ahLst/>
                <a:cxnLst/>
                <a:rect l="l" t="t" r="r" b="b"/>
                <a:pathLst>
                  <a:path w="87610" h="48014" extrusionOk="0">
                    <a:moveTo>
                      <a:pt x="41297" y="0"/>
                    </a:moveTo>
                    <a:lnTo>
                      <a:pt x="9329" y="31926"/>
                    </a:lnTo>
                    <a:lnTo>
                      <a:pt x="0" y="31926"/>
                    </a:lnTo>
                    <a:lnTo>
                      <a:pt x="0" y="48014"/>
                    </a:lnTo>
                    <a:lnTo>
                      <a:pt x="87610" y="48014"/>
                    </a:lnTo>
                    <a:lnTo>
                      <a:pt x="8761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MX"/>
          </a:p>
        </p:txBody>
      </p:sp>
      <p:sp>
        <p:nvSpPr>
          <p:cNvPr id="211" name="Google Shape;211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Font typeface="Poppins ExtraBold"/>
              <a:buNone/>
              <a:defRPr b="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Font typeface="Poppins ExtraBold"/>
              <a:buNone/>
              <a:defRPr b="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Font typeface="Poppins ExtraBold"/>
              <a:buNone/>
              <a:defRPr b="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Font typeface="Poppins ExtraBold"/>
              <a:buNone/>
              <a:defRPr b="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Font typeface="Poppins ExtraBold"/>
              <a:buNone/>
              <a:defRPr b="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Font typeface="Poppins ExtraBold"/>
              <a:buNone/>
              <a:defRPr b="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Font typeface="Poppins ExtraBold"/>
              <a:buNone/>
              <a:defRPr b="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Font typeface="Poppins ExtraBold"/>
              <a:buNone/>
              <a:defRPr b="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2"/>
        </a:solidFill>
        <a:effectLst/>
      </p:bgPr>
    </p:bg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2" name="Google Shape;262;p14"/>
          <p:cNvGrpSpPr/>
          <p:nvPr/>
        </p:nvGrpSpPr>
        <p:grpSpPr>
          <a:xfrm>
            <a:off x="-10" y="-1658067"/>
            <a:ext cx="9294978" cy="7822922"/>
            <a:chOff x="-10" y="-1658067"/>
            <a:chExt cx="9294978" cy="7822922"/>
          </a:xfrm>
        </p:grpSpPr>
        <p:sp>
          <p:nvSpPr>
            <p:cNvPr id="263" name="Google Shape;263;p14"/>
            <p:cNvSpPr/>
            <p:nvPr/>
          </p:nvSpPr>
          <p:spPr>
            <a:xfrm rot="10800000" flipH="1">
              <a:off x="0" y="-82735"/>
              <a:ext cx="2227897" cy="1165463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14"/>
            <p:cNvSpPr/>
            <p:nvPr/>
          </p:nvSpPr>
          <p:spPr>
            <a:xfrm flipH="1">
              <a:off x="-10" y="4253459"/>
              <a:ext cx="9294978" cy="1911396"/>
            </a:xfrm>
            <a:custGeom>
              <a:avLst/>
              <a:gdLst/>
              <a:ahLst/>
              <a:cxnLst/>
              <a:rect l="l" t="t" r="r" b="b"/>
              <a:pathLst>
                <a:path w="130200" h="26774" extrusionOk="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14"/>
            <p:cNvSpPr/>
            <p:nvPr/>
          </p:nvSpPr>
          <p:spPr>
            <a:xfrm rot="10800000">
              <a:off x="3765449" y="-1658067"/>
              <a:ext cx="3520399" cy="1841600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6" name="Google Shape;266;p14"/>
          <p:cNvGrpSpPr/>
          <p:nvPr/>
        </p:nvGrpSpPr>
        <p:grpSpPr>
          <a:xfrm>
            <a:off x="214581" y="-8"/>
            <a:ext cx="1593209" cy="183531"/>
            <a:chOff x="385056" y="-8"/>
            <a:chExt cx="1593209" cy="183531"/>
          </a:xfrm>
        </p:grpSpPr>
        <p:sp>
          <p:nvSpPr>
            <p:cNvPr id="267" name="Google Shape;267;p14"/>
            <p:cNvSpPr/>
            <p:nvPr/>
          </p:nvSpPr>
          <p:spPr>
            <a:xfrm flipH="1">
              <a:off x="385056" y="-8"/>
              <a:ext cx="1006784" cy="183531"/>
            </a:xfrm>
            <a:custGeom>
              <a:avLst/>
              <a:gdLst/>
              <a:ahLst/>
              <a:cxnLst/>
              <a:rect l="l" t="t" r="r" b="b"/>
              <a:pathLst>
                <a:path w="15848" h="2889" extrusionOk="0">
                  <a:moveTo>
                    <a:pt x="0" y="0"/>
                  </a:moveTo>
                  <a:lnTo>
                    <a:pt x="2889" y="2889"/>
                  </a:lnTo>
                  <a:lnTo>
                    <a:pt x="15847" y="2889"/>
                  </a:lnTo>
                  <a:lnTo>
                    <a:pt x="129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14"/>
            <p:cNvSpPr/>
            <p:nvPr/>
          </p:nvSpPr>
          <p:spPr>
            <a:xfrm flipH="1">
              <a:off x="971481" y="-8"/>
              <a:ext cx="1006784" cy="183531"/>
            </a:xfrm>
            <a:custGeom>
              <a:avLst/>
              <a:gdLst/>
              <a:ahLst/>
              <a:cxnLst/>
              <a:rect l="l" t="t" r="r" b="b"/>
              <a:pathLst>
                <a:path w="15848" h="2889" extrusionOk="0">
                  <a:moveTo>
                    <a:pt x="0" y="0"/>
                  </a:moveTo>
                  <a:lnTo>
                    <a:pt x="2889" y="2889"/>
                  </a:lnTo>
                  <a:lnTo>
                    <a:pt x="15847" y="2889"/>
                  </a:lnTo>
                  <a:lnTo>
                    <a:pt x="129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9" name="Google Shape;269;p14"/>
          <p:cNvGrpSpPr/>
          <p:nvPr/>
        </p:nvGrpSpPr>
        <p:grpSpPr>
          <a:xfrm>
            <a:off x="-641180" y="447742"/>
            <a:ext cx="10174669" cy="4695754"/>
            <a:chOff x="-641180" y="447742"/>
            <a:chExt cx="10174669" cy="4695754"/>
          </a:xfrm>
        </p:grpSpPr>
        <p:sp>
          <p:nvSpPr>
            <p:cNvPr id="270" name="Google Shape;270;p14"/>
            <p:cNvSpPr/>
            <p:nvPr/>
          </p:nvSpPr>
          <p:spPr>
            <a:xfrm>
              <a:off x="8526706" y="447742"/>
              <a:ext cx="1006784" cy="183531"/>
            </a:xfrm>
            <a:custGeom>
              <a:avLst/>
              <a:gdLst/>
              <a:ahLst/>
              <a:cxnLst/>
              <a:rect l="l" t="t" r="r" b="b"/>
              <a:pathLst>
                <a:path w="15848" h="2889" extrusionOk="0">
                  <a:moveTo>
                    <a:pt x="0" y="0"/>
                  </a:moveTo>
                  <a:lnTo>
                    <a:pt x="2889" y="2889"/>
                  </a:lnTo>
                  <a:lnTo>
                    <a:pt x="15847" y="2889"/>
                  </a:lnTo>
                  <a:lnTo>
                    <a:pt x="129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14"/>
            <p:cNvSpPr/>
            <p:nvPr/>
          </p:nvSpPr>
          <p:spPr>
            <a:xfrm flipH="1">
              <a:off x="6924920" y="4911501"/>
              <a:ext cx="1232340" cy="231995"/>
            </a:xfrm>
            <a:custGeom>
              <a:avLst/>
              <a:gdLst/>
              <a:ahLst/>
              <a:cxnLst/>
              <a:rect l="l" t="t" r="r" b="b"/>
              <a:pathLst>
                <a:path w="22325" h="4203" extrusionOk="0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14"/>
            <p:cNvSpPr/>
            <p:nvPr/>
          </p:nvSpPr>
          <p:spPr>
            <a:xfrm>
              <a:off x="-641180" y="4521501"/>
              <a:ext cx="1232340" cy="231995"/>
            </a:xfrm>
            <a:custGeom>
              <a:avLst/>
              <a:gdLst/>
              <a:ahLst/>
              <a:cxnLst/>
              <a:rect l="l" t="t" r="r" b="b"/>
              <a:pathLst>
                <a:path w="22325" h="4203" extrusionOk="0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3" name="Google Shape;273;p14"/>
          <p:cNvSpPr txBox="1">
            <a:spLocks noGrp="1"/>
          </p:cNvSpPr>
          <p:nvPr>
            <p:ph type="title"/>
          </p:nvPr>
        </p:nvSpPr>
        <p:spPr>
          <a:xfrm>
            <a:off x="1419900" y="3055775"/>
            <a:ext cx="6304200" cy="66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2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274" name="Google Shape;274;p14"/>
          <p:cNvSpPr txBox="1">
            <a:spLocks noGrp="1"/>
          </p:cNvSpPr>
          <p:nvPr>
            <p:ph type="subTitle" idx="1"/>
          </p:nvPr>
        </p:nvSpPr>
        <p:spPr>
          <a:xfrm>
            <a:off x="1419900" y="1081900"/>
            <a:ext cx="6304200" cy="186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grpSp>
        <p:nvGrpSpPr>
          <p:cNvPr id="275" name="Google Shape;275;p14"/>
          <p:cNvGrpSpPr/>
          <p:nvPr/>
        </p:nvGrpSpPr>
        <p:grpSpPr>
          <a:xfrm>
            <a:off x="-689412" y="-1311142"/>
            <a:ext cx="10419597" cy="8141306"/>
            <a:chOff x="-689412" y="-1311142"/>
            <a:chExt cx="10419597" cy="8141306"/>
          </a:xfrm>
        </p:grpSpPr>
        <p:sp>
          <p:nvSpPr>
            <p:cNvPr id="276" name="Google Shape;276;p14"/>
            <p:cNvSpPr/>
            <p:nvPr/>
          </p:nvSpPr>
          <p:spPr>
            <a:xfrm rot="10800000">
              <a:off x="6315079" y="-1311142"/>
              <a:ext cx="2979895" cy="1757817"/>
            </a:xfrm>
            <a:custGeom>
              <a:avLst/>
              <a:gdLst/>
              <a:ahLst/>
              <a:cxnLst/>
              <a:rect l="l" t="t" r="r" b="b"/>
              <a:pathLst>
                <a:path w="111617" h="65842" extrusionOk="0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14"/>
            <p:cNvSpPr/>
            <p:nvPr/>
          </p:nvSpPr>
          <p:spPr>
            <a:xfrm>
              <a:off x="-3" y="4753508"/>
              <a:ext cx="3520400" cy="2076657"/>
            </a:xfrm>
            <a:custGeom>
              <a:avLst/>
              <a:gdLst/>
              <a:ahLst/>
              <a:cxnLst/>
              <a:rect l="l" t="t" r="r" b="b"/>
              <a:pathLst>
                <a:path w="111617" h="65842" extrusionOk="0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14"/>
            <p:cNvSpPr/>
            <p:nvPr/>
          </p:nvSpPr>
          <p:spPr>
            <a:xfrm rot="10800000">
              <a:off x="-689412" y="-818175"/>
              <a:ext cx="2805272" cy="1537408"/>
            </a:xfrm>
            <a:custGeom>
              <a:avLst/>
              <a:gdLst/>
              <a:ahLst/>
              <a:cxnLst/>
              <a:rect l="l" t="t" r="r" b="b"/>
              <a:pathLst>
                <a:path w="87610" h="48014" extrusionOk="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14"/>
            <p:cNvSpPr/>
            <p:nvPr/>
          </p:nvSpPr>
          <p:spPr>
            <a:xfrm>
              <a:off x="6924913" y="4604000"/>
              <a:ext cx="2805272" cy="1537408"/>
            </a:xfrm>
            <a:custGeom>
              <a:avLst/>
              <a:gdLst/>
              <a:ahLst/>
              <a:cxnLst/>
              <a:rect l="l" t="t" r="r" b="b"/>
              <a:pathLst>
                <a:path w="87610" h="48014" extrusionOk="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1" name="Google Shape;411;p20"/>
          <p:cNvGrpSpPr/>
          <p:nvPr/>
        </p:nvGrpSpPr>
        <p:grpSpPr>
          <a:xfrm>
            <a:off x="-706235" y="-1528931"/>
            <a:ext cx="9861884" cy="9150482"/>
            <a:chOff x="-706235" y="-1528931"/>
            <a:chExt cx="9861884" cy="9150482"/>
          </a:xfrm>
        </p:grpSpPr>
        <p:sp>
          <p:nvSpPr>
            <p:cNvPr id="412" name="Google Shape;412;p20"/>
            <p:cNvSpPr/>
            <p:nvPr/>
          </p:nvSpPr>
          <p:spPr>
            <a:xfrm>
              <a:off x="-706235" y="4604011"/>
              <a:ext cx="5115407" cy="3017539"/>
            </a:xfrm>
            <a:custGeom>
              <a:avLst/>
              <a:gdLst/>
              <a:ahLst/>
              <a:cxnLst/>
              <a:rect l="l" t="t" r="r" b="b"/>
              <a:pathLst>
                <a:path w="111617" h="65842" extrusionOk="0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20"/>
            <p:cNvSpPr/>
            <p:nvPr/>
          </p:nvSpPr>
          <p:spPr>
            <a:xfrm rot="10800000" flipH="1">
              <a:off x="-201825" y="-1528931"/>
              <a:ext cx="9357474" cy="1887032"/>
            </a:xfrm>
            <a:custGeom>
              <a:avLst/>
              <a:gdLst/>
              <a:ahLst/>
              <a:cxnLst/>
              <a:rect l="l" t="t" r="r" b="b"/>
              <a:pathLst>
                <a:path w="130200" h="26774" extrusionOk="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14" name="Google Shape;414;p20"/>
          <p:cNvSpPr/>
          <p:nvPr/>
        </p:nvSpPr>
        <p:spPr>
          <a:xfrm>
            <a:off x="-1021725" y="3983847"/>
            <a:ext cx="1418251" cy="267006"/>
          </a:xfrm>
          <a:custGeom>
            <a:avLst/>
            <a:gdLst/>
            <a:ahLst/>
            <a:cxnLst/>
            <a:rect l="l" t="t" r="r" b="b"/>
            <a:pathLst>
              <a:path w="22325" h="4203" extrusionOk="0">
                <a:moveTo>
                  <a:pt x="0" y="0"/>
                </a:moveTo>
                <a:lnTo>
                  <a:pt x="4191" y="4191"/>
                </a:lnTo>
                <a:lnTo>
                  <a:pt x="22325" y="4202"/>
                </a:lnTo>
                <a:lnTo>
                  <a:pt x="181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" name="Google Shape;415;p20"/>
          <p:cNvSpPr/>
          <p:nvPr/>
        </p:nvSpPr>
        <p:spPr>
          <a:xfrm flipH="1">
            <a:off x="-828950" y="4250853"/>
            <a:ext cx="2805272" cy="1537408"/>
          </a:xfrm>
          <a:custGeom>
            <a:avLst/>
            <a:gdLst/>
            <a:ahLst/>
            <a:cxnLst/>
            <a:rect l="l" t="t" r="r" b="b"/>
            <a:pathLst>
              <a:path w="87610" h="48014" extrusionOk="0">
                <a:moveTo>
                  <a:pt x="41297" y="0"/>
                </a:moveTo>
                <a:lnTo>
                  <a:pt x="9329" y="31926"/>
                </a:lnTo>
                <a:lnTo>
                  <a:pt x="0" y="31926"/>
                </a:lnTo>
                <a:lnTo>
                  <a:pt x="0" y="48014"/>
                </a:lnTo>
                <a:lnTo>
                  <a:pt x="87610" y="48014"/>
                </a:lnTo>
                <a:lnTo>
                  <a:pt x="8761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16" name="Google Shape;416;p20"/>
          <p:cNvGrpSpPr/>
          <p:nvPr/>
        </p:nvGrpSpPr>
        <p:grpSpPr>
          <a:xfrm>
            <a:off x="7632064" y="4367465"/>
            <a:ext cx="3894036" cy="692436"/>
            <a:chOff x="5477439" y="1590790"/>
            <a:chExt cx="3894036" cy="692436"/>
          </a:xfrm>
        </p:grpSpPr>
        <p:grpSp>
          <p:nvGrpSpPr>
            <p:cNvPr id="417" name="Google Shape;417;p20"/>
            <p:cNvGrpSpPr/>
            <p:nvPr/>
          </p:nvGrpSpPr>
          <p:grpSpPr>
            <a:xfrm flipH="1">
              <a:off x="5803750" y="2180862"/>
              <a:ext cx="3070084" cy="102364"/>
              <a:chOff x="1779150" y="2604263"/>
              <a:chExt cx="3811875" cy="127113"/>
            </a:xfrm>
          </p:grpSpPr>
          <p:sp>
            <p:nvSpPr>
              <p:cNvPr id="418" name="Google Shape;418;p20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avLst/>
                <a:gdLst/>
                <a:ahLst/>
                <a:cxnLst/>
                <a:rect l="l" t="t" r="r" b="b"/>
                <a:pathLst>
                  <a:path w="150207" h="4037" extrusionOk="0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419" name="Google Shape;419;p20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20" name="Google Shape;420;p20"/>
            <p:cNvGrpSpPr/>
            <p:nvPr/>
          </p:nvGrpSpPr>
          <p:grpSpPr>
            <a:xfrm flipH="1">
              <a:off x="5898325" y="1789205"/>
              <a:ext cx="1567047" cy="45661"/>
              <a:chOff x="1754675" y="2566652"/>
              <a:chExt cx="1945675" cy="56700"/>
            </a:xfrm>
          </p:grpSpPr>
          <p:cxnSp>
            <p:nvCxnSpPr>
              <p:cNvPr id="421" name="Google Shape;421;p20"/>
              <p:cNvCxnSpPr/>
              <p:nvPr/>
            </p:nvCxnSpPr>
            <p:spPr>
              <a:xfrm>
                <a:off x="1754675" y="2595002"/>
                <a:ext cx="18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422" name="Google Shape;422;p20"/>
              <p:cNvSpPr/>
              <p:nvPr/>
            </p:nvSpPr>
            <p:spPr>
              <a:xfrm>
                <a:off x="3643650" y="2566652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23" name="Google Shape;423;p20"/>
            <p:cNvGrpSpPr/>
            <p:nvPr/>
          </p:nvGrpSpPr>
          <p:grpSpPr>
            <a:xfrm flipH="1">
              <a:off x="5477439" y="1987637"/>
              <a:ext cx="1561280" cy="136187"/>
              <a:chOff x="1754675" y="2824000"/>
              <a:chExt cx="4728285" cy="412439"/>
            </a:xfrm>
          </p:grpSpPr>
          <p:sp>
            <p:nvSpPr>
              <p:cNvPr id="424" name="Google Shape;424;p20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avLst/>
                <a:gdLst/>
                <a:ahLst/>
                <a:cxnLst/>
                <a:rect l="l" t="t" r="r" b="b"/>
                <a:pathLst>
                  <a:path w="77550" h="5994" extrusionOk="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425" name="Google Shape;425;p20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26" name="Google Shape;426;p20"/>
            <p:cNvGrpSpPr/>
            <p:nvPr/>
          </p:nvGrpSpPr>
          <p:grpSpPr>
            <a:xfrm flipH="1">
              <a:off x="6361172" y="1590790"/>
              <a:ext cx="3010303" cy="45661"/>
              <a:chOff x="631564" y="2679979"/>
              <a:chExt cx="3737650" cy="56700"/>
            </a:xfrm>
          </p:grpSpPr>
          <p:cxnSp>
            <p:nvCxnSpPr>
              <p:cNvPr id="427" name="Google Shape;427;p20"/>
              <p:cNvCxnSpPr/>
              <p:nvPr/>
            </p:nvCxnSpPr>
            <p:spPr>
              <a:xfrm>
                <a:off x="631564" y="2708329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428" name="Google Shape;428;p20"/>
              <p:cNvSpPr/>
              <p:nvPr/>
            </p:nvSpPr>
            <p:spPr>
              <a:xfrm>
                <a:off x="4312514" y="2679979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29" name="Google Shape;429;p2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30" name="Google Shape;430;p20"/>
          <p:cNvSpPr txBox="1">
            <a:spLocks noGrp="1"/>
          </p:cNvSpPr>
          <p:nvPr>
            <p:ph type="subTitle" idx="1"/>
          </p:nvPr>
        </p:nvSpPr>
        <p:spPr>
          <a:xfrm>
            <a:off x="4869042" y="2513325"/>
            <a:ext cx="2535600" cy="161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31" name="Google Shape;431;p20"/>
          <p:cNvSpPr txBox="1">
            <a:spLocks noGrp="1"/>
          </p:cNvSpPr>
          <p:nvPr>
            <p:ph type="subTitle" idx="2"/>
          </p:nvPr>
        </p:nvSpPr>
        <p:spPr>
          <a:xfrm>
            <a:off x="1739345" y="2513325"/>
            <a:ext cx="2535600" cy="161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32" name="Google Shape;432;p20"/>
          <p:cNvSpPr txBox="1">
            <a:spLocks noGrp="1"/>
          </p:cNvSpPr>
          <p:nvPr>
            <p:ph type="subTitle" idx="3"/>
          </p:nvPr>
        </p:nvSpPr>
        <p:spPr>
          <a:xfrm>
            <a:off x="1739345" y="2037225"/>
            <a:ext cx="25356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endParaRPr/>
          </a:p>
        </p:txBody>
      </p:sp>
      <p:sp>
        <p:nvSpPr>
          <p:cNvPr id="433" name="Google Shape;433;p20"/>
          <p:cNvSpPr txBox="1">
            <a:spLocks noGrp="1"/>
          </p:cNvSpPr>
          <p:nvPr>
            <p:ph type="subTitle" idx="4"/>
          </p:nvPr>
        </p:nvSpPr>
        <p:spPr>
          <a:xfrm>
            <a:off x="4869042" y="2037225"/>
            <a:ext cx="25356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1_1"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36" name="Google Shape;436;p21"/>
          <p:cNvSpPr txBox="1">
            <a:spLocks noGrp="1"/>
          </p:cNvSpPr>
          <p:nvPr>
            <p:ph type="subTitle" idx="1"/>
          </p:nvPr>
        </p:nvSpPr>
        <p:spPr>
          <a:xfrm>
            <a:off x="4755095" y="1667625"/>
            <a:ext cx="3040800" cy="21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37" name="Google Shape;437;p21"/>
          <p:cNvSpPr txBox="1">
            <a:spLocks noGrp="1"/>
          </p:cNvSpPr>
          <p:nvPr>
            <p:ph type="subTitle" idx="2"/>
          </p:nvPr>
        </p:nvSpPr>
        <p:spPr>
          <a:xfrm>
            <a:off x="1348100" y="1667625"/>
            <a:ext cx="3040800" cy="21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438" name="Google Shape;438;p21"/>
          <p:cNvGrpSpPr/>
          <p:nvPr/>
        </p:nvGrpSpPr>
        <p:grpSpPr>
          <a:xfrm rot="10800000">
            <a:off x="-106737" y="-1645006"/>
            <a:ext cx="9548249" cy="7357518"/>
            <a:chOff x="-1311525" y="-1414418"/>
            <a:chExt cx="9548249" cy="7357518"/>
          </a:xfrm>
        </p:grpSpPr>
        <p:sp>
          <p:nvSpPr>
            <p:cNvPr id="439" name="Google Shape;439;p21"/>
            <p:cNvSpPr/>
            <p:nvPr/>
          </p:nvSpPr>
          <p:spPr>
            <a:xfrm rot="10800000">
              <a:off x="-1311525" y="-1414418"/>
              <a:ext cx="2805272" cy="1537408"/>
            </a:xfrm>
            <a:custGeom>
              <a:avLst/>
              <a:gdLst/>
              <a:ahLst/>
              <a:cxnLst/>
              <a:rect l="l" t="t" r="r" b="b"/>
              <a:pathLst>
                <a:path w="87610" h="48014" extrusionOk="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21"/>
            <p:cNvSpPr/>
            <p:nvPr/>
          </p:nvSpPr>
          <p:spPr>
            <a:xfrm flipH="1">
              <a:off x="-1120750" y="4056069"/>
              <a:ext cx="9357474" cy="1887032"/>
            </a:xfrm>
            <a:custGeom>
              <a:avLst/>
              <a:gdLst/>
              <a:ahLst/>
              <a:cxnLst/>
              <a:rect l="l" t="t" r="r" b="b"/>
              <a:pathLst>
                <a:path w="130200" h="26774" extrusionOk="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41" name="Google Shape;441;p21"/>
          <p:cNvSpPr/>
          <p:nvPr/>
        </p:nvSpPr>
        <p:spPr>
          <a:xfrm rot="10800000" flipH="1">
            <a:off x="5675306" y="4959976"/>
            <a:ext cx="1006784" cy="183531"/>
          </a:xfrm>
          <a:custGeom>
            <a:avLst/>
            <a:gdLst/>
            <a:ahLst/>
            <a:cxnLst/>
            <a:rect l="l" t="t" r="r" b="b"/>
            <a:pathLst>
              <a:path w="15848" h="2889" extrusionOk="0">
                <a:moveTo>
                  <a:pt x="0" y="0"/>
                </a:moveTo>
                <a:lnTo>
                  <a:pt x="2889" y="2889"/>
                </a:lnTo>
                <a:lnTo>
                  <a:pt x="15847" y="2889"/>
                </a:lnTo>
                <a:lnTo>
                  <a:pt x="12959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42" name="Google Shape;442;p21"/>
          <p:cNvGrpSpPr/>
          <p:nvPr/>
        </p:nvGrpSpPr>
        <p:grpSpPr>
          <a:xfrm rot="10800000">
            <a:off x="-1228535" y="-1130234"/>
            <a:ext cx="11726682" cy="8568910"/>
            <a:chOff x="-2306160" y="-3140581"/>
            <a:chExt cx="11726682" cy="8568910"/>
          </a:xfrm>
        </p:grpSpPr>
        <p:sp>
          <p:nvSpPr>
            <p:cNvPr id="443" name="Google Shape;443;p21"/>
            <p:cNvSpPr/>
            <p:nvPr/>
          </p:nvSpPr>
          <p:spPr>
            <a:xfrm rot="10800000" flipH="1">
              <a:off x="-2306160" y="-3140581"/>
              <a:ext cx="5115407" cy="3017539"/>
            </a:xfrm>
            <a:custGeom>
              <a:avLst/>
              <a:gdLst/>
              <a:ahLst/>
              <a:cxnLst/>
              <a:rect l="l" t="t" r="r" b="b"/>
              <a:pathLst>
                <a:path w="111617" h="65842" extrusionOk="0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21"/>
            <p:cNvSpPr/>
            <p:nvPr/>
          </p:nvSpPr>
          <p:spPr>
            <a:xfrm rot="10800000" flipH="1">
              <a:off x="7082099" y="4876491"/>
              <a:ext cx="1418251" cy="267006"/>
            </a:xfrm>
            <a:custGeom>
              <a:avLst/>
              <a:gdLst/>
              <a:ahLst/>
              <a:cxnLst/>
              <a:rect l="l" t="t" r="r" b="b"/>
              <a:pathLst>
                <a:path w="22325" h="4203" extrusionOk="0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21"/>
            <p:cNvSpPr/>
            <p:nvPr/>
          </p:nvSpPr>
          <p:spPr>
            <a:xfrm>
              <a:off x="6615250" y="3890920"/>
              <a:ext cx="2805272" cy="1537408"/>
            </a:xfrm>
            <a:custGeom>
              <a:avLst/>
              <a:gdLst/>
              <a:ahLst/>
              <a:cxnLst/>
              <a:rect l="l" t="t" r="r" b="b"/>
              <a:pathLst>
                <a:path w="87610" h="48014" extrusionOk="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46" name="Google Shape;446;p21"/>
          <p:cNvGrpSpPr/>
          <p:nvPr/>
        </p:nvGrpSpPr>
        <p:grpSpPr>
          <a:xfrm rot="10800000" flipH="1">
            <a:off x="-1315487" y="4349469"/>
            <a:ext cx="3296400" cy="703085"/>
            <a:chOff x="-12" y="3628590"/>
            <a:chExt cx="3296400" cy="703085"/>
          </a:xfrm>
        </p:grpSpPr>
        <p:grpSp>
          <p:nvGrpSpPr>
            <p:cNvPr id="447" name="Google Shape;447;p21"/>
            <p:cNvGrpSpPr/>
            <p:nvPr/>
          </p:nvGrpSpPr>
          <p:grpSpPr>
            <a:xfrm>
              <a:off x="854867" y="3996692"/>
              <a:ext cx="1567047" cy="45661"/>
              <a:chOff x="1754675" y="2661275"/>
              <a:chExt cx="1945675" cy="56700"/>
            </a:xfrm>
          </p:grpSpPr>
          <p:cxnSp>
            <p:nvCxnSpPr>
              <p:cNvPr id="448" name="Google Shape;448;p21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449" name="Google Shape;449;p21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50" name="Google Shape;450;p21"/>
            <p:cNvGrpSpPr/>
            <p:nvPr/>
          </p:nvGrpSpPr>
          <p:grpSpPr>
            <a:xfrm>
              <a:off x="518420" y="4195487"/>
              <a:ext cx="1561280" cy="136187"/>
              <a:chOff x="1754675" y="2824000"/>
              <a:chExt cx="4728285" cy="412439"/>
            </a:xfrm>
          </p:grpSpPr>
          <p:sp>
            <p:nvSpPr>
              <p:cNvPr id="451" name="Google Shape;451;p21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avLst/>
                <a:gdLst/>
                <a:ahLst/>
                <a:cxnLst/>
                <a:rect l="l" t="t" r="r" b="b"/>
                <a:pathLst>
                  <a:path w="77550" h="5994" extrusionOk="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452" name="Google Shape;452;p21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53" name="Google Shape;453;p21"/>
            <p:cNvGrpSpPr/>
            <p:nvPr/>
          </p:nvGrpSpPr>
          <p:grpSpPr>
            <a:xfrm>
              <a:off x="226304" y="3764887"/>
              <a:ext cx="3070084" cy="102364"/>
              <a:chOff x="1779150" y="2604263"/>
              <a:chExt cx="3811875" cy="127113"/>
            </a:xfrm>
          </p:grpSpPr>
          <p:sp>
            <p:nvSpPr>
              <p:cNvPr id="454" name="Google Shape;454;p21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avLst/>
                <a:gdLst/>
                <a:ahLst/>
                <a:cxnLst/>
                <a:rect l="l" t="t" r="r" b="b"/>
                <a:pathLst>
                  <a:path w="150207" h="4037" extrusionOk="0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455" name="Google Shape;455;p21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56" name="Google Shape;456;p21"/>
            <p:cNvGrpSpPr/>
            <p:nvPr/>
          </p:nvGrpSpPr>
          <p:grpSpPr>
            <a:xfrm>
              <a:off x="-12" y="3628590"/>
              <a:ext cx="3010303" cy="45661"/>
              <a:chOff x="1766900" y="2869225"/>
              <a:chExt cx="3737650" cy="56700"/>
            </a:xfrm>
          </p:grpSpPr>
          <p:cxnSp>
            <p:nvCxnSpPr>
              <p:cNvPr id="457" name="Google Shape;457;p21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458" name="Google Shape;458;p21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1" name="Google Shape;711;p31"/>
          <p:cNvGrpSpPr/>
          <p:nvPr/>
        </p:nvGrpSpPr>
        <p:grpSpPr>
          <a:xfrm rot="10800000">
            <a:off x="-1889528" y="158865"/>
            <a:ext cx="3010303" cy="380635"/>
            <a:chOff x="5446772" y="1743190"/>
            <a:chExt cx="3010303" cy="380635"/>
          </a:xfrm>
        </p:grpSpPr>
        <p:grpSp>
          <p:nvGrpSpPr>
            <p:cNvPr id="712" name="Google Shape;712;p31"/>
            <p:cNvGrpSpPr/>
            <p:nvPr/>
          </p:nvGrpSpPr>
          <p:grpSpPr>
            <a:xfrm flipH="1">
              <a:off x="5898325" y="1865405"/>
              <a:ext cx="1567047" cy="45661"/>
              <a:chOff x="1754675" y="2661275"/>
              <a:chExt cx="1945675" cy="56700"/>
            </a:xfrm>
          </p:grpSpPr>
          <p:cxnSp>
            <p:nvCxnSpPr>
              <p:cNvPr id="713" name="Google Shape;713;p31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14" name="Google Shape;714;p31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15" name="Google Shape;715;p31"/>
            <p:cNvGrpSpPr/>
            <p:nvPr/>
          </p:nvGrpSpPr>
          <p:grpSpPr>
            <a:xfrm flipH="1">
              <a:off x="5477439" y="1987637"/>
              <a:ext cx="1561280" cy="136187"/>
              <a:chOff x="1754675" y="2824000"/>
              <a:chExt cx="4728285" cy="412439"/>
            </a:xfrm>
          </p:grpSpPr>
          <p:sp>
            <p:nvSpPr>
              <p:cNvPr id="716" name="Google Shape;716;p31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avLst/>
                <a:gdLst/>
                <a:ahLst/>
                <a:cxnLst/>
                <a:rect l="l" t="t" r="r" b="b"/>
                <a:pathLst>
                  <a:path w="77550" h="5994" extrusionOk="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17" name="Google Shape;717;p31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18" name="Google Shape;718;p31"/>
            <p:cNvGrpSpPr/>
            <p:nvPr/>
          </p:nvGrpSpPr>
          <p:grpSpPr>
            <a:xfrm flipH="1">
              <a:off x="5446772" y="1743190"/>
              <a:ext cx="3010303" cy="45661"/>
              <a:chOff x="1766900" y="2869225"/>
              <a:chExt cx="3737650" cy="56700"/>
            </a:xfrm>
          </p:grpSpPr>
          <p:cxnSp>
            <p:nvCxnSpPr>
              <p:cNvPr id="719" name="Google Shape;719;p31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20" name="Google Shape;720;p31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21" name="Google Shape;721;p31"/>
          <p:cNvGrpSpPr/>
          <p:nvPr/>
        </p:nvGrpSpPr>
        <p:grpSpPr>
          <a:xfrm flipH="1">
            <a:off x="1347409" y="-265593"/>
            <a:ext cx="9294978" cy="6913322"/>
            <a:chOff x="-201828" y="-265593"/>
            <a:chExt cx="9294978" cy="6913322"/>
          </a:xfrm>
        </p:grpSpPr>
        <p:sp>
          <p:nvSpPr>
            <p:cNvPr id="722" name="Google Shape;722;p31"/>
            <p:cNvSpPr/>
            <p:nvPr/>
          </p:nvSpPr>
          <p:spPr>
            <a:xfrm>
              <a:off x="-201828" y="4736333"/>
              <a:ext cx="9294978" cy="1911396"/>
            </a:xfrm>
            <a:custGeom>
              <a:avLst/>
              <a:gdLst/>
              <a:ahLst/>
              <a:cxnLst/>
              <a:rect l="l" t="t" r="r" b="b"/>
              <a:pathLst>
                <a:path w="130200" h="26774" extrusionOk="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31"/>
            <p:cNvSpPr/>
            <p:nvPr/>
          </p:nvSpPr>
          <p:spPr>
            <a:xfrm rot="10800000" flipH="1">
              <a:off x="1175807" y="-265593"/>
              <a:ext cx="1539180" cy="805095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24" name="Google Shape;724;p31"/>
          <p:cNvSpPr/>
          <p:nvPr/>
        </p:nvSpPr>
        <p:spPr>
          <a:xfrm rot="10800000">
            <a:off x="794659" y="4876484"/>
            <a:ext cx="1418251" cy="267006"/>
          </a:xfrm>
          <a:custGeom>
            <a:avLst/>
            <a:gdLst/>
            <a:ahLst/>
            <a:cxnLst/>
            <a:rect l="l" t="t" r="r" b="b"/>
            <a:pathLst>
              <a:path w="22325" h="4203" extrusionOk="0">
                <a:moveTo>
                  <a:pt x="0" y="0"/>
                </a:moveTo>
                <a:lnTo>
                  <a:pt x="4191" y="4191"/>
                </a:lnTo>
                <a:lnTo>
                  <a:pt x="22325" y="4202"/>
                </a:lnTo>
                <a:lnTo>
                  <a:pt x="181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5" name="Google Shape;725;p31"/>
          <p:cNvSpPr/>
          <p:nvPr/>
        </p:nvSpPr>
        <p:spPr>
          <a:xfrm flipH="1">
            <a:off x="-561113" y="4230050"/>
            <a:ext cx="2805272" cy="1537408"/>
          </a:xfrm>
          <a:custGeom>
            <a:avLst/>
            <a:gdLst/>
            <a:ahLst/>
            <a:cxnLst/>
            <a:rect l="l" t="t" r="r" b="b"/>
            <a:pathLst>
              <a:path w="87610" h="48014" extrusionOk="0">
                <a:moveTo>
                  <a:pt x="41297" y="0"/>
                </a:moveTo>
                <a:lnTo>
                  <a:pt x="9329" y="31926"/>
                </a:lnTo>
                <a:lnTo>
                  <a:pt x="0" y="31926"/>
                </a:lnTo>
                <a:lnTo>
                  <a:pt x="0" y="48014"/>
                </a:lnTo>
                <a:lnTo>
                  <a:pt x="87610" y="48014"/>
                </a:lnTo>
                <a:lnTo>
                  <a:pt x="8761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7" name="Google Shape;727;p32"/>
          <p:cNvGrpSpPr/>
          <p:nvPr/>
        </p:nvGrpSpPr>
        <p:grpSpPr>
          <a:xfrm flipH="1">
            <a:off x="-2028096" y="-1770656"/>
            <a:ext cx="4007050" cy="2363739"/>
            <a:chOff x="6549401" y="-1824231"/>
            <a:chExt cx="4007050" cy="2363739"/>
          </a:xfrm>
        </p:grpSpPr>
        <p:sp>
          <p:nvSpPr>
            <p:cNvPr id="728" name="Google Shape;728;p32"/>
            <p:cNvSpPr/>
            <p:nvPr/>
          </p:nvSpPr>
          <p:spPr>
            <a:xfrm>
              <a:off x="7695191" y="307513"/>
              <a:ext cx="1232340" cy="231995"/>
            </a:xfrm>
            <a:custGeom>
              <a:avLst/>
              <a:gdLst/>
              <a:ahLst/>
              <a:cxnLst/>
              <a:rect l="l" t="t" r="r" b="b"/>
              <a:pathLst>
                <a:path w="22325" h="4203" extrusionOk="0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32"/>
            <p:cNvSpPr/>
            <p:nvPr/>
          </p:nvSpPr>
          <p:spPr>
            <a:xfrm rot="10800000">
              <a:off x="6549401" y="-1824231"/>
              <a:ext cx="4007050" cy="2363728"/>
            </a:xfrm>
            <a:custGeom>
              <a:avLst/>
              <a:gdLst/>
              <a:ahLst/>
              <a:cxnLst/>
              <a:rect l="l" t="t" r="r" b="b"/>
              <a:pathLst>
                <a:path w="111617" h="65842" extrusionOk="0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30" name="Google Shape;730;p32"/>
          <p:cNvGrpSpPr/>
          <p:nvPr/>
        </p:nvGrpSpPr>
        <p:grpSpPr>
          <a:xfrm flipH="1">
            <a:off x="7391104" y="241540"/>
            <a:ext cx="3296400" cy="703085"/>
            <a:chOff x="-12" y="3628590"/>
            <a:chExt cx="3296400" cy="703085"/>
          </a:xfrm>
        </p:grpSpPr>
        <p:grpSp>
          <p:nvGrpSpPr>
            <p:cNvPr id="731" name="Google Shape;731;p32"/>
            <p:cNvGrpSpPr/>
            <p:nvPr/>
          </p:nvGrpSpPr>
          <p:grpSpPr>
            <a:xfrm>
              <a:off x="854867" y="3996692"/>
              <a:ext cx="1567047" cy="45661"/>
              <a:chOff x="1754675" y="2661275"/>
              <a:chExt cx="1945675" cy="56700"/>
            </a:xfrm>
          </p:grpSpPr>
          <p:cxnSp>
            <p:nvCxnSpPr>
              <p:cNvPr id="732" name="Google Shape;732;p32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33" name="Google Shape;733;p32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34" name="Google Shape;734;p32"/>
            <p:cNvGrpSpPr/>
            <p:nvPr/>
          </p:nvGrpSpPr>
          <p:grpSpPr>
            <a:xfrm>
              <a:off x="518420" y="4195487"/>
              <a:ext cx="1561280" cy="136187"/>
              <a:chOff x="1754675" y="2824000"/>
              <a:chExt cx="4728285" cy="412439"/>
            </a:xfrm>
          </p:grpSpPr>
          <p:sp>
            <p:nvSpPr>
              <p:cNvPr id="735" name="Google Shape;735;p32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avLst/>
                <a:gdLst/>
                <a:ahLst/>
                <a:cxnLst/>
                <a:rect l="l" t="t" r="r" b="b"/>
                <a:pathLst>
                  <a:path w="77550" h="5994" extrusionOk="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36" name="Google Shape;736;p32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37" name="Google Shape;737;p32"/>
            <p:cNvGrpSpPr/>
            <p:nvPr/>
          </p:nvGrpSpPr>
          <p:grpSpPr>
            <a:xfrm>
              <a:off x="226304" y="3764887"/>
              <a:ext cx="3070084" cy="102364"/>
              <a:chOff x="1779150" y="2604263"/>
              <a:chExt cx="3811875" cy="127113"/>
            </a:xfrm>
          </p:grpSpPr>
          <p:sp>
            <p:nvSpPr>
              <p:cNvPr id="738" name="Google Shape;738;p32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avLst/>
                <a:gdLst/>
                <a:ahLst/>
                <a:cxnLst/>
                <a:rect l="l" t="t" r="r" b="b"/>
                <a:pathLst>
                  <a:path w="150207" h="4037" extrusionOk="0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39" name="Google Shape;739;p32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40" name="Google Shape;740;p32"/>
            <p:cNvGrpSpPr/>
            <p:nvPr/>
          </p:nvGrpSpPr>
          <p:grpSpPr>
            <a:xfrm>
              <a:off x="-12" y="3628590"/>
              <a:ext cx="3010303" cy="45661"/>
              <a:chOff x="1766900" y="2869225"/>
              <a:chExt cx="3737650" cy="56700"/>
            </a:xfrm>
          </p:grpSpPr>
          <p:cxnSp>
            <p:nvCxnSpPr>
              <p:cNvPr id="741" name="Google Shape;741;p32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42" name="Google Shape;742;p32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43" name="Google Shape;743;p32"/>
          <p:cNvGrpSpPr/>
          <p:nvPr/>
        </p:nvGrpSpPr>
        <p:grpSpPr>
          <a:xfrm flipH="1">
            <a:off x="-1341650" y="-685669"/>
            <a:ext cx="10751988" cy="7671703"/>
            <a:chOff x="-881984" y="-739244"/>
            <a:chExt cx="10751988" cy="7671703"/>
          </a:xfrm>
        </p:grpSpPr>
        <p:sp>
          <p:nvSpPr>
            <p:cNvPr id="744" name="Google Shape;744;p32"/>
            <p:cNvSpPr/>
            <p:nvPr/>
          </p:nvSpPr>
          <p:spPr>
            <a:xfrm flipH="1">
              <a:off x="5675437" y="4457952"/>
              <a:ext cx="4194567" cy="2474507"/>
            </a:xfrm>
            <a:custGeom>
              <a:avLst/>
              <a:gdLst/>
              <a:ahLst/>
              <a:cxnLst/>
              <a:rect l="l" t="t" r="r" b="b"/>
              <a:pathLst>
                <a:path w="111617" h="65842" extrusionOk="0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32"/>
            <p:cNvSpPr/>
            <p:nvPr/>
          </p:nvSpPr>
          <p:spPr>
            <a:xfrm rot="10800000" flipH="1">
              <a:off x="-881984" y="-739244"/>
              <a:ext cx="1959133" cy="1024867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46" name="Google Shape;746;p32"/>
          <p:cNvSpPr/>
          <p:nvPr/>
        </p:nvSpPr>
        <p:spPr>
          <a:xfrm flipH="1">
            <a:off x="-417877" y="511088"/>
            <a:ext cx="1232340" cy="231995"/>
          </a:xfrm>
          <a:custGeom>
            <a:avLst/>
            <a:gdLst/>
            <a:ahLst/>
            <a:cxnLst/>
            <a:rect l="l" t="t" r="r" b="b"/>
            <a:pathLst>
              <a:path w="22325" h="4203" extrusionOk="0">
                <a:moveTo>
                  <a:pt x="0" y="0"/>
                </a:moveTo>
                <a:lnTo>
                  <a:pt x="4191" y="4191"/>
                </a:lnTo>
                <a:lnTo>
                  <a:pt x="22325" y="4202"/>
                </a:lnTo>
                <a:lnTo>
                  <a:pt x="181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7" name="Google Shape;747;p32"/>
          <p:cNvSpPr/>
          <p:nvPr/>
        </p:nvSpPr>
        <p:spPr>
          <a:xfrm rot="10800000" flipH="1">
            <a:off x="-621671" y="-1770656"/>
            <a:ext cx="4007050" cy="2363728"/>
          </a:xfrm>
          <a:custGeom>
            <a:avLst/>
            <a:gdLst/>
            <a:ahLst/>
            <a:cxnLst/>
            <a:rect l="l" t="t" r="r" b="b"/>
            <a:pathLst>
              <a:path w="111617" h="65842" extrusionOk="0">
                <a:moveTo>
                  <a:pt x="0" y="0"/>
                </a:moveTo>
                <a:lnTo>
                  <a:pt x="0" y="65842"/>
                </a:lnTo>
                <a:lnTo>
                  <a:pt x="111616" y="65842"/>
                </a:lnTo>
                <a:lnTo>
                  <a:pt x="111616" y="17621"/>
                </a:lnTo>
                <a:lnTo>
                  <a:pt x="97436" y="17621"/>
                </a:lnTo>
                <a:lnTo>
                  <a:pt x="85702" y="6053"/>
                </a:lnTo>
                <a:lnTo>
                  <a:pt x="52864" y="6053"/>
                </a:lnTo>
                <a:lnTo>
                  <a:pt x="4681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 Black"/>
              <a:buNone/>
              <a:defRPr sz="26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○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■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○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■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○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■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3" r:id="rId3"/>
    <p:sldLayoutId id="2147483655" r:id="rId4"/>
    <p:sldLayoutId id="2147483656" r:id="rId5"/>
    <p:sldLayoutId id="2147483658" r:id="rId6"/>
    <p:sldLayoutId id="2147483660" r:id="rId7"/>
    <p:sldLayoutId id="2147483666" r:id="rId8"/>
    <p:sldLayoutId id="2147483667" r:id="rId9"/>
    <p:sldLayoutId id="2147483677" r:id="rId10"/>
    <p:sldLayoutId id="214748367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36"/>
          <p:cNvSpPr txBox="1">
            <a:spLocks noGrp="1"/>
          </p:cNvSpPr>
          <p:nvPr>
            <p:ph type="subTitle" idx="1"/>
          </p:nvPr>
        </p:nvSpPr>
        <p:spPr>
          <a:xfrm>
            <a:off x="1425616" y="3760529"/>
            <a:ext cx="6355500" cy="38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noProof="0" dirty="0"/>
              <a:t>Presentado por: Alejandro Flores</a:t>
            </a:r>
          </a:p>
        </p:txBody>
      </p:sp>
      <p:sp>
        <p:nvSpPr>
          <p:cNvPr id="759" name="Google Shape;759;p36"/>
          <p:cNvSpPr txBox="1">
            <a:spLocks noGrp="1"/>
          </p:cNvSpPr>
          <p:nvPr>
            <p:ph type="ctrTitle"/>
          </p:nvPr>
        </p:nvSpPr>
        <p:spPr>
          <a:xfrm>
            <a:off x="1425616" y="2134379"/>
            <a:ext cx="6355500" cy="161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s-MX" b="1" noProof="0" dirty="0" err="1"/>
              <a:t>Disrupting</a:t>
            </a:r>
            <a:r>
              <a:rPr lang="es-MX" b="1" noProof="0" dirty="0"/>
              <a:t> </a:t>
            </a:r>
            <a:r>
              <a:rPr lang="es-MX" b="1" noProof="0" dirty="0" err="1"/>
              <a:t>the</a:t>
            </a:r>
            <a:r>
              <a:rPr lang="es-MX" b="1" noProof="0" dirty="0"/>
              <a:t> </a:t>
            </a:r>
            <a:r>
              <a:rPr lang="es-MX" b="1" noProof="0" dirty="0" err="1"/>
              <a:t>first</a:t>
            </a:r>
            <a:r>
              <a:rPr lang="es-MX" b="1" noProof="0" dirty="0"/>
              <a:t> </a:t>
            </a:r>
            <a:r>
              <a:rPr lang="es-MX" b="1" noProof="0" dirty="0" err="1"/>
              <a:t>reported</a:t>
            </a:r>
            <a:r>
              <a:rPr lang="es-MX" b="1" noProof="0" dirty="0"/>
              <a:t> AI-</a:t>
            </a:r>
            <a:r>
              <a:rPr lang="es-MX" b="1" noProof="0" dirty="0" err="1"/>
              <a:t>orchestrated</a:t>
            </a:r>
            <a:r>
              <a:rPr lang="es-MX" b="1" noProof="0" dirty="0"/>
              <a:t> </a:t>
            </a:r>
            <a:r>
              <a:rPr lang="es-MX" b="1" noProof="0" dirty="0" err="1"/>
              <a:t>cyber</a:t>
            </a:r>
            <a:r>
              <a:rPr lang="es-MX" b="1" noProof="0" dirty="0"/>
              <a:t> </a:t>
            </a:r>
            <a:r>
              <a:rPr lang="es-MX" b="1" noProof="0" dirty="0" err="1"/>
              <a:t>espionage</a:t>
            </a:r>
            <a:r>
              <a:rPr lang="es-MX" b="1" noProof="0" dirty="0"/>
              <a:t> </a:t>
            </a:r>
            <a:r>
              <a:rPr lang="es-MX" b="1" noProof="0" dirty="0" err="1"/>
              <a:t>campaign</a:t>
            </a:r>
            <a:endParaRPr lang="es-MX" b="1" noProof="0" dirty="0"/>
          </a:p>
        </p:txBody>
      </p:sp>
      <p:grpSp>
        <p:nvGrpSpPr>
          <p:cNvPr id="760" name="Google Shape;760;p36"/>
          <p:cNvGrpSpPr/>
          <p:nvPr/>
        </p:nvGrpSpPr>
        <p:grpSpPr>
          <a:xfrm rot="10800000">
            <a:off x="6662200" y="3637323"/>
            <a:ext cx="3537150" cy="626797"/>
            <a:chOff x="1199232" y="2120038"/>
            <a:chExt cx="4391793" cy="778340"/>
          </a:xfrm>
        </p:grpSpPr>
        <p:grpSp>
          <p:nvGrpSpPr>
            <p:cNvPr id="761" name="Google Shape;761;p36"/>
            <p:cNvGrpSpPr/>
            <p:nvPr/>
          </p:nvGrpSpPr>
          <p:grpSpPr>
            <a:xfrm>
              <a:off x="2227732" y="2577138"/>
              <a:ext cx="1945675" cy="56700"/>
              <a:chOff x="2227732" y="2661275"/>
              <a:chExt cx="1945675" cy="56700"/>
            </a:xfrm>
          </p:grpSpPr>
          <p:cxnSp>
            <p:nvCxnSpPr>
              <p:cNvPr id="762" name="Google Shape;762;p36"/>
              <p:cNvCxnSpPr/>
              <p:nvPr/>
            </p:nvCxnSpPr>
            <p:spPr>
              <a:xfrm>
                <a:off x="2227732" y="2689625"/>
                <a:ext cx="18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63" name="Google Shape;763;p36"/>
              <p:cNvSpPr/>
              <p:nvPr/>
            </p:nvSpPr>
            <p:spPr>
              <a:xfrm>
                <a:off x="4116707" y="266127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MX" noProof="0" dirty="0"/>
              </a:p>
            </p:txBody>
          </p:sp>
        </p:grpSp>
        <p:grpSp>
          <p:nvGrpSpPr>
            <p:cNvPr id="764" name="Google Shape;764;p36"/>
            <p:cNvGrpSpPr/>
            <p:nvPr/>
          </p:nvGrpSpPr>
          <p:grpSpPr>
            <a:xfrm>
              <a:off x="1943838" y="2729277"/>
              <a:ext cx="1938597" cy="169100"/>
              <a:chOff x="2216194" y="2593212"/>
              <a:chExt cx="4728285" cy="412439"/>
            </a:xfrm>
          </p:grpSpPr>
          <p:sp>
            <p:nvSpPr>
              <p:cNvPr id="765" name="Google Shape;765;p36"/>
              <p:cNvSpPr/>
              <p:nvPr/>
            </p:nvSpPr>
            <p:spPr>
              <a:xfrm>
                <a:off x="2216194" y="2593212"/>
                <a:ext cx="4593868" cy="355100"/>
              </a:xfrm>
              <a:custGeom>
                <a:avLst/>
                <a:gdLst/>
                <a:ahLst/>
                <a:cxnLst/>
                <a:rect l="l" t="t" r="r" b="b"/>
                <a:pathLst>
                  <a:path w="77550" h="5994" extrusionOk="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s-MX" noProof="0" dirty="0"/>
              </a:p>
            </p:txBody>
          </p:sp>
          <p:sp>
            <p:nvSpPr>
              <p:cNvPr id="766" name="Google Shape;766;p36"/>
              <p:cNvSpPr/>
              <p:nvPr/>
            </p:nvSpPr>
            <p:spPr>
              <a:xfrm>
                <a:off x="6810079" y="2871251"/>
                <a:ext cx="134400" cy="134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MX" noProof="0" dirty="0"/>
              </a:p>
            </p:txBody>
          </p:sp>
        </p:grpSp>
        <p:grpSp>
          <p:nvGrpSpPr>
            <p:cNvPr id="767" name="Google Shape;767;p36"/>
            <p:cNvGrpSpPr/>
            <p:nvPr/>
          </p:nvGrpSpPr>
          <p:grpSpPr>
            <a:xfrm>
              <a:off x="1779150" y="2289288"/>
              <a:ext cx="3811875" cy="127113"/>
              <a:chOff x="1779150" y="2604263"/>
              <a:chExt cx="3811875" cy="127113"/>
            </a:xfrm>
          </p:grpSpPr>
          <p:sp>
            <p:nvSpPr>
              <p:cNvPr id="768" name="Google Shape;768;p36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avLst/>
                <a:gdLst/>
                <a:ahLst/>
                <a:cxnLst/>
                <a:rect l="l" t="t" r="r" b="b"/>
                <a:pathLst>
                  <a:path w="150207" h="4037" extrusionOk="0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s-MX" noProof="0" dirty="0"/>
              </a:p>
            </p:txBody>
          </p:sp>
          <p:sp>
            <p:nvSpPr>
              <p:cNvPr id="769" name="Google Shape;769;p36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MX" noProof="0" dirty="0"/>
              </a:p>
            </p:txBody>
          </p:sp>
        </p:grpSp>
        <p:grpSp>
          <p:nvGrpSpPr>
            <p:cNvPr id="770" name="Google Shape;770;p36"/>
            <p:cNvGrpSpPr/>
            <p:nvPr/>
          </p:nvGrpSpPr>
          <p:grpSpPr>
            <a:xfrm>
              <a:off x="1199232" y="2120038"/>
              <a:ext cx="3737650" cy="56700"/>
              <a:chOff x="1199232" y="2869225"/>
              <a:chExt cx="3737650" cy="56700"/>
            </a:xfrm>
          </p:grpSpPr>
          <p:cxnSp>
            <p:nvCxnSpPr>
              <p:cNvPr id="771" name="Google Shape;771;p36"/>
              <p:cNvCxnSpPr/>
              <p:nvPr/>
            </p:nvCxnSpPr>
            <p:spPr>
              <a:xfrm>
                <a:off x="1199232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72" name="Google Shape;772;p36"/>
              <p:cNvSpPr/>
              <p:nvPr/>
            </p:nvSpPr>
            <p:spPr>
              <a:xfrm>
                <a:off x="4880182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MX" noProof="0" dirty="0"/>
              </a:p>
            </p:txBody>
          </p:sp>
        </p:grpSp>
      </p:grpSp>
      <p:grpSp>
        <p:nvGrpSpPr>
          <p:cNvPr id="773" name="Google Shape;773;p36"/>
          <p:cNvGrpSpPr/>
          <p:nvPr/>
        </p:nvGrpSpPr>
        <p:grpSpPr>
          <a:xfrm>
            <a:off x="-1696246" y="967904"/>
            <a:ext cx="3599787" cy="1044096"/>
            <a:chOff x="-1431671" y="656504"/>
            <a:chExt cx="3599787" cy="1044096"/>
          </a:xfrm>
        </p:grpSpPr>
        <p:grpSp>
          <p:nvGrpSpPr>
            <p:cNvPr id="774" name="Google Shape;774;p36"/>
            <p:cNvGrpSpPr/>
            <p:nvPr/>
          </p:nvGrpSpPr>
          <p:grpSpPr>
            <a:xfrm>
              <a:off x="-368508" y="1432892"/>
              <a:ext cx="1567047" cy="45661"/>
              <a:chOff x="1754675" y="2661275"/>
              <a:chExt cx="1945675" cy="56700"/>
            </a:xfrm>
          </p:grpSpPr>
          <p:cxnSp>
            <p:nvCxnSpPr>
              <p:cNvPr id="775" name="Google Shape;775;p36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76" name="Google Shape;776;p36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MX" noProof="0" dirty="0"/>
              </a:p>
            </p:txBody>
          </p:sp>
        </p:grpSp>
        <p:grpSp>
          <p:nvGrpSpPr>
            <p:cNvPr id="777" name="Google Shape;777;p36"/>
            <p:cNvGrpSpPr/>
            <p:nvPr/>
          </p:nvGrpSpPr>
          <p:grpSpPr>
            <a:xfrm>
              <a:off x="-766480" y="1564412"/>
              <a:ext cx="1561280" cy="136187"/>
              <a:chOff x="1754675" y="2824000"/>
              <a:chExt cx="4728285" cy="412439"/>
            </a:xfrm>
          </p:grpSpPr>
          <p:sp>
            <p:nvSpPr>
              <p:cNvPr id="778" name="Google Shape;778;p36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avLst/>
                <a:gdLst/>
                <a:ahLst/>
                <a:cxnLst/>
                <a:rect l="l" t="t" r="r" b="b"/>
                <a:pathLst>
                  <a:path w="77550" h="5994" extrusionOk="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s-MX" noProof="0" dirty="0"/>
              </a:p>
            </p:txBody>
          </p:sp>
          <p:sp>
            <p:nvSpPr>
              <p:cNvPr id="779" name="Google Shape;779;p36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MX" noProof="0" dirty="0"/>
              </a:p>
            </p:txBody>
          </p:sp>
        </p:grpSp>
        <p:grpSp>
          <p:nvGrpSpPr>
            <p:cNvPr id="780" name="Google Shape;780;p36"/>
            <p:cNvGrpSpPr/>
            <p:nvPr/>
          </p:nvGrpSpPr>
          <p:grpSpPr>
            <a:xfrm>
              <a:off x="-1431671" y="1201087"/>
              <a:ext cx="3070084" cy="102364"/>
              <a:chOff x="1779150" y="2604263"/>
              <a:chExt cx="3811875" cy="127113"/>
            </a:xfrm>
          </p:grpSpPr>
          <p:sp>
            <p:nvSpPr>
              <p:cNvPr id="781" name="Google Shape;781;p36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avLst/>
                <a:gdLst/>
                <a:ahLst/>
                <a:cxnLst/>
                <a:rect l="l" t="t" r="r" b="b"/>
                <a:pathLst>
                  <a:path w="150207" h="4037" extrusionOk="0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s-MX" noProof="0" dirty="0"/>
              </a:p>
            </p:txBody>
          </p:sp>
          <p:sp>
            <p:nvSpPr>
              <p:cNvPr id="782" name="Google Shape;782;p36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MX" noProof="0" dirty="0"/>
              </a:p>
            </p:txBody>
          </p:sp>
        </p:grpSp>
        <p:grpSp>
          <p:nvGrpSpPr>
            <p:cNvPr id="783" name="Google Shape;783;p36"/>
            <p:cNvGrpSpPr/>
            <p:nvPr/>
          </p:nvGrpSpPr>
          <p:grpSpPr>
            <a:xfrm>
              <a:off x="-856941" y="773805"/>
              <a:ext cx="2877996" cy="223763"/>
              <a:chOff x="1748550" y="2064750"/>
              <a:chExt cx="3573375" cy="277863"/>
            </a:xfrm>
          </p:grpSpPr>
          <p:sp>
            <p:nvSpPr>
              <p:cNvPr id="784" name="Google Shape;784;p36"/>
              <p:cNvSpPr/>
              <p:nvPr/>
            </p:nvSpPr>
            <p:spPr>
              <a:xfrm>
                <a:off x="1748550" y="2064750"/>
                <a:ext cx="3516675" cy="253825"/>
              </a:xfrm>
              <a:custGeom>
                <a:avLst/>
                <a:gdLst/>
                <a:ahLst/>
                <a:cxnLst/>
                <a:rect l="l" t="t" r="r" b="b"/>
                <a:pathLst>
                  <a:path w="140667" h="10153" extrusionOk="0">
                    <a:moveTo>
                      <a:pt x="0" y="0"/>
                    </a:moveTo>
                    <a:lnTo>
                      <a:pt x="67520" y="0"/>
                    </a:lnTo>
                    <a:lnTo>
                      <a:pt x="77673" y="10153"/>
                    </a:lnTo>
                    <a:lnTo>
                      <a:pt x="140667" y="10153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s-MX" noProof="0" dirty="0"/>
              </a:p>
            </p:txBody>
          </p:sp>
          <p:sp>
            <p:nvSpPr>
              <p:cNvPr id="785" name="Google Shape;785;p36"/>
              <p:cNvSpPr/>
              <p:nvPr/>
            </p:nvSpPr>
            <p:spPr>
              <a:xfrm>
                <a:off x="5265225" y="228591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MX" noProof="0" dirty="0"/>
              </a:p>
            </p:txBody>
          </p:sp>
        </p:grpSp>
        <p:grpSp>
          <p:nvGrpSpPr>
            <p:cNvPr id="786" name="Google Shape;786;p36"/>
            <p:cNvGrpSpPr/>
            <p:nvPr/>
          </p:nvGrpSpPr>
          <p:grpSpPr>
            <a:xfrm>
              <a:off x="-856958" y="656504"/>
              <a:ext cx="2430741" cy="185537"/>
              <a:chOff x="1748547" y="1392116"/>
              <a:chExt cx="5911958" cy="451312"/>
            </a:xfrm>
          </p:grpSpPr>
          <p:sp>
            <p:nvSpPr>
              <p:cNvPr id="787" name="Google Shape;787;p36"/>
              <p:cNvSpPr/>
              <p:nvPr/>
            </p:nvSpPr>
            <p:spPr>
              <a:xfrm>
                <a:off x="1748547" y="1392116"/>
                <a:ext cx="5793758" cy="395567"/>
              </a:xfrm>
              <a:custGeom>
                <a:avLst/>
                <a:gdLst/>
                <a:ahLst/>
                <a:cxnLst/>
                <a:rect l="l" t="t" r="r" b="b"/>
                <a:pathLst>
                  <a:path w="111066" h="7583" extrusionOk="0">
                    <a:moveTo>
                      <a:pt x="0" y="0"/>
                    </a:moveTo>
                    <a:lnTo>
                      <a:pt x="79263" y="0"/>
                    </a:lnTo>
                    <a:lnTo>
                      <a:pt x="86847" y="7583"/>
                    </a:lnTo>
                    <a:lnTo>
                      <a:pt x="111066" y="7583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s-MX" noProof="0" dirty="0"/>
              </a:p>
            </p:txBody>
          </p:sp>
          <p:sp>
            <p:nvSpPr>
              <p:cNvPr id="788" name="Google Shape;788;p36"/>
              <p:cNvSpPr/>
              <p:nvPr/>
            </p:nvSpPr>
            <p:spPr>
              <a:xfrm>
                <a:off x="7542305" y="1725228"/>
                <a:ext cx="118200" cy="1182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MX" noProof="0" dirty="0"/>
              </a:p>
            </p:txBody>
          </p:sp>
        </p:grpSp>
        <p:grpSp>
          <p:nvGrpSpPr>
            <p:cNvPr id="789" name="Google Shape;789;p36"/>
            <p:cNvGrpSpPr/>
            <p:nvPr/>
          </p:nvGrpSpPr>
          <p:grpSpPr>
            <a:xfrm>
              <a:off x="-842187" y="1064790"/>
              <a:ext cx="3010303" cy="45661"/>
              <a:chOff x="1766900" y="2869225"/>
              <a:chExt cx="3737650" cy="56700"/>
            </a:xfrm>
          </p:grpSpPr>
          <p:cxnSp>
            <p:nvCxnSpPr>
              <p:cNvPr id="790" name="Google Shape;790;p36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91" name="Google Shape;791;p36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MX" noProof="0" dirty="0"/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2">
          <a:extLst>
            <a:ext uri="{FF2B5EF4-FFF2-40B4-BE49-F238E27FC236}">
              <a16:creationId xmlns:a16="http://schemas.microsoft.com/office/drawing/2014/main" id="{E9D65FA4-9EBD-A32C-9CBF-5EC7D16F9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" name="Google Shape;1103;p48">
            <a:extLst>
              <a:ext uri="{FF2B5EF4-FFF2-40B4-BE49-F238E27FC236}">
                <a16:creationId xmlns:a16="http://schemas.microsoft.com/office/drawing/2014/main" id="{F3303E3C-56FA-975A-8801-949A337D161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216700" y="1583465"/>
            <a:ext cx="6304200" cy="186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 noProof="0" dirty="0"/>
              <a:t>"Recientemente mencionamos que se había alcanzado un </a:t>
            </a:r>
            <a:r>
              <a:rPr lang="es-MX" sz="2400" b="1" noProof="0" dirty="0"/>
              <a:t>punto de inflexión</a:t>
            </a:r>
            <a:r>
              <a:rPr lang="es-MX" sz="2400" noProof="0" dirty="0"/>
              <a:t> en la ciberseguridad: un punto en el que los modelos de IA se habían vuelto genuinamente útiles para las operaciones de ciberseguridad, tanto para bien como para mal.</a:t>
            </a:r>
          </a:p>
        </p:txBody>
      </p:sp>
      <p:sp>
        <p:nvSpPr>
          <p:cNvPr id="1104" name="Google Shape;1104;p48">
            <a:extLst>
              <a:ext uri="{FF2B5EF4-FFF2-40B4-BE49-F238E27FC236}">
                <a16:creationId xmlns:a16="http://schemas.microsoft.com/office/drawing/2014/main" id="{2B2F026A-5656-4CD5-45CB-91E89ADC1FC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42696" y="3388138"/>
            <a:ext cx="6304200" cy="66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noProof="0" dirty="0"/>
              <a:t>—</a:t>
            </a:r>
            <a:r>
              <a:rPr lang="es-MX" noProof="0" dirty="0" err="1"/>
              <a:t>Anthropic</a:t>
            </a:r>
            <a:endParaRPr lang="es-MX" noProof="0" dirty="0"/>
          </a:p>
        </p:txBody>
      </p:sp>
      <p:grpSp>
        <p:nvGrpSpPr>
          <p:cNvPr id="1105" name="Google Shape;1105;p48">
            <a:extLst>
              <a:ext uri="{FF2B5EF4-FFF2-40B4-BE49-F238E27FC236}">
                <a16:creationId xmlns:a16="http://schemas.microsoft.com/office/drawing/2014/main" id="{1DF10AA4-FE50-D86D-07E7-B16C8EE997CF}"/>
              </a:ext>
            </a:extLst>
          </p:cNvPr>
          <p:cNvGrpSpPr/>
          <p:nvPr/>
        </p:nvGrpSpPr>
        <p:grpSpPr>
          <a:xfrm rot="10800000" flipH="1">
            <a:off x="-1544774" y="3310577"/>
            <a:ext cx="3296400" cy="703085"/>
            <a:chOff x="-12" y="3628590"/>
            <a:chExt cx="3296400" cy="703085"/>
          </a:xfrm>
        </p:grpSpPr>
        <p:grpSp>
          <p:nvGrpSpPr>
            <p:cNvPr id="1106" name="Google Shape;1106;p48">
              <a:extLst>
                <a:ext uri="{FF2B5EF4-FFF2-40B4-BE49-F238E27FC236}">
                  <a16:creationId xmlns:a16="http://schemas.microsoft.com/office/drawing/2014/main" id="{B110A277-B84F-339F-96F6-9365B76D6ADE}"/>
                </a:ext>
              </a:extLst>
            </p:cNvPr>
            <p:cNvGrpSpPr/>
            <p:nvPr/>
          </p:nvGrpSpPr>
          <p:grpSpPr>
            <a:xfrm>
              <a:off x="854867" y="3996692"/>
              <a:ext cx="1567047" cy="45661"/>
              <a:chOff x="1754675" y="2661275"/>
              <a:chExt cx="1945675" cy="56700"/>
            </a:xfrm>
          </p:grpSpPr>
          <p:cxnSp>
            <p:nvCxnSpPr>
              <p:cNvPr id="1107" name="Google Shape;1107;p48">
                <a:extLst>
                  <a:ext uri="{FF2B5EF4-FFF2-40B4-BE49-F238E27FC236}">
                    <a16:creationId xmlns:a16="http://schemas.microsoft.com/office/drawing/2014/main" id="{FF4D3286-4615-0565-1826-008DF29DC2BB}"/>
                  </a:ext>
                </a:extLst>
              </p:cNvPr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108" name="Google Shape;1108;p48">
                <a:extLst>
                  <a:ext uri="{FF2B5EF4-FFF2-40B4-BE49-F238E27FC236}">
                    <a16:creationId xmlns:a16="http://schemas.microsoft.com/office/drawing/2014/main" id="{1A5DD9BB-7C21-0C6F-BF33-DD556B4A6AE5}"/>
                  </a:ext>
                </a:extLst>
              </p:cNvPr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MX" noProof="0" dirty="0"/>
              </a:p>
            </p:txBody>
          </p:sp>
        </p:grpSp>
        <p:grpSp>
          <p:nvGrpSpPr>
            <p:cNvPr id="1109" name="Google Shape;1109;p48">
              <a:extLst>
                <a:ext uri="{FF2B5EF4-FFF2-40B4-BE49-F238E27FC236}">
                  <a16:creationId xmlns:a16="http://schemas.microsoft.com/office/drawing/2014/main" id="{A5E6582B-5CEB-8CBD-311F-512DD9DDEFEC}"/>
                </a:ext>
              </a:extLst>
            </p:cNvPr>
            <p:cNvGrpSpPr/>
            <p:nvPr/>
          </p:nvGrpSpPr>
          <p:grpSpPr>
            <a:xfrm>
              <a:off x="518420" y="4195487"/>
              <a:ext cx="1561280" cy="136187"/>
              <a:chOff x="1754675" y="2824000"/>
              <a:chExt cx="4728285" cy="412439"/>
            </a:xfrm>
          </p:grpSpPr>
          <p:sp>
            <p:nvSpPr>
              <p:cNvPr id="1110" name="Google Shape;1110;p48">
                <a:extLst>
                  <a:ext uri="{FF2B5EF4-FFF2-40B4-BE49-F238E27FC236}">
                    <a16:creationId xmlns:a16="http://schemas.microsoft.com/office/drawing/2014/main" id="{21E4A82E-773A-A2AD-BE52-CB6B6D4441C9}"/>
                  </a:ext>
                </a:extLst>
              </p:cNvPr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avLst/>
                <a:gdLst/>
                <a:ahLst/>
                <a:cxnLst/>
                <a:rect l="l" t="t" r="r" b="b"/>
                <a:pathLst>
                  <a:path w="77550" h="5994" extrusionOk="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s-MX" noProof="0" dirty="0"/>
              </a:p>
            </p:txBody>
          </p:sp>
          <p:sp>
            <p:nvSpPr>
              <p:cNvPr id="1111" name="Google Shape;1111;p48">
                <a:extLst>
                  <a:ext uri="{FF2B5EF4-FFF2-40B4-BE49-F238E27FC236}">
                    <a16:creationId xmlns:a16="http://schemas.microsoft.com/office/drawing/2014/main" id="{1121B415-BC43-60D4-882E-D74895F10E62}"/>
                  </a:ext>
                </a:extLst>
              </p:cNvPr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MX" noProof="0" dirty="0"/>
              </a:p>
            </p:txBody>
          </p:sp>
        </p:grpSp>
        <p:grpSp>
          <p:nvGrpSpPr>
            <p:cNvPr id="1112" name="Google Shape;1112;p48">
              <a:extLst>
                <a:ext uri="{FF2B5EF4-FFF2-40B4-BE49-F238E27FC236}">
                  <a16:creationId xmlns:a16="http://schemas.microsoft.com/office/drawing/2014/main" id="{1E1E6C85-67F2-662D-3DC1-4BCB721C6E0E}"/>
                </a:ext>
              </a:extLst>
            </p:cNvPr>
            <p:cNvGrpSpPr/>
            <p:nvPr/>
          </p:nvGrpSpPr>
          <p:grpSpPr>
            <a:xfrm>
              <a:off x="226304" y="3764887"/>
              <a:ext cx="3070084" cy="102364"/>
              <a:chOff x="1779150" y="2604263"/>
              <a:chExt cx="3811875" cy="127113"/>
            </a:xfrm>
          </p:grpSpPr>
          <p:sp>
            <p:nvSpPr>
              <p:cNvPr id="1113" name="Google Shape;1113;p48">
                <a:extLst>
                  <a:ext uri="{FF2B5EF4-FFF2-40B4-BE49-F238E27FC236}">
                    <a16:creationId xmlns:a16="http://schemas.microsoft.com/office/drawing/2014/main" id="{9A7C3667-CE8E-6B5F-7A26-643284051CDD}"/>
                  </a:ext>
                </a:extLst>
              </p:cNvPr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avLst/>
                <a:gdLst/>
                <a:ahLst/>
                <a:cxnLst/>
                <a:rect l="l" t="t" r="r" b="b"/>
                <a:pathLst>
                  <a:path w="150207" h="4037" extrusionOk="0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s-MX" noProof="0" dirty="0"/>
              </a:p>
            </p:txBody>
          </p:sp>
          <p:sp>
            <p:nvSpPr>
              <p:cNvPr id="1114" name="Google Shape;1114;p48">
                <a:extLst>
                  <a:ext uri="{FF2B5EF4-FFF2-40B4-BE49-F238E27FC236}">
                    <a16:creationId xmlns:a16="http://schemas.microsoft.com/office/drawing/2014/main" id="{3EE0D85D-5DB6-35F0-0985-DC9B761FCFBC}"/>
                  </a:ext>
                </a:extLst>
              </p:cNvPr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MX" noProof="0" dirty="0"/>
              </a:p>
            </p:txBody>
          </p:sp>
        </p:grpSp>
        <p:grpSp>
          <p:nvGrpSpPr>
            <p:cNvPr id="1115" name="Google Shape;1115;p48">
              <a:extLst>
                <a:ext uri="{FF2B5EF4-FFF2-40B4-BE49-F238E27FC236}">
                  <a16:creationId xmlns:a16="http://schemas.microsoft.com/office/drawing/2014/main" id="{29FAD143-0D55-CFA0-2368-5EA0BB1CB84E}"/>
                </a:ext>
              </a:extLst>
            </p:cNvPr>
            <p:cNvGrpSpPr/>
            <p:nvPr/>
          </p:nvGrpSpPr>
          <p:grpSpPr>
            <a:xfrm>
              <a:off x="-12" y="3628590"/>
              <a:ext cx="3010303" cy="45661"/>
              <a:chOff x="1766900" y="2869225"/>
              <a:chExt cx="3737650" cy="56700"/>
            </a:xfrm>
          </p:grpSpPr>
          <p:cxnSp>
            <p:nvCxnSpPr>
              <p:cNvPr id="1116" name="Google Shape;1116;p48">
                <a:extLst>
                  <a:ext uri="{FF2B5EF4-FFF2-40B4-BE49-F238E27FC236}">
                    <a16:creationId xmlns:a16="http://schemas.microsoft.com/office/drawing/2014/main" id="{641741B9-9F2C-7860-FCD0-C7DD0B32FDAB}"/>
                  </a:ext>
                </a:extLst>
              </p:cNvPr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117" name="Google Shape;1117;p48">
                <a:extLst>
                  <a:ext uri="{FF2B5EF4-FFF2-40B4-BE49-F238E27FC236}">
                    <a16:creationId xmlns:a16="http://schemas.microsoft.com/office/drawing/2014/main" id="{EFD2B49E-A510-634B-514D-6F87836C0CA0}"/>
                  </a:ext>
                </a:extLst>
              </p:cNvPr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MX" noProof="0" dirty="0"/>
              </a:p>
            </p:txBody>
          </p:sp>
        </p:grpSp>
      </p:grpSp>
      <p:grpSp>
        <p:nvGrpSpPr>
          <p:cNvPr id="1118" name="Google Shape;1118;p48">
            <a:extLst>
              <a:ext uri="{FF2B5EF4-FFF2-40B4-BE49-F238E27FC236}">
                <a16:creationId xmlns:a16="http://schemas.microsoft.com/office/drawing/2014/main" id="{4A65CEAB-0A94-876E-ED6B-6943565FD826}"/>
              </a:ext>
            </a:extLst>
          </p:cNvPr>
          <p:cNvGrpSpPr/>
          <p:nvPr/>
        </p:nvGrpSpPr>
        <p:grpSpPr>
          <a:xfrm>
            <a:off x="7285859" y="749790"/>
            <a:ext cx="4555892" cy="541915"/>
            <a:chOff x="5950034" y="3380465"/>
            <a:chExt cx="4555892" cy="541915"/>
          </a:xfrm>
        </p:grpSpPr>
        <p:grpSp>
          <p:nvGrpSpPr>
            <p:cNvPr id="1119" name="Google Shape;1119;p48">
              <a:extLst>
                <a:ext uri="{FF2B5EF4-FFF2-40B4-BE49-F238E27FC236}">
                  <a16:creationId xmlns:a16="http://schemas.microsoft.com/office/drawing/2014/main" id="{A07772B9-684B-2D7E-E7E5-9C653C9E9FF5}"/>
                </a:ext>
              </a:extLst>
            </p:cNvPr>
            <p:cNvGrpSpPr/>
            <p:nvPr/>
          </p:nvGrpSpPr>
          <p:grpSpPr>
            <a:xfrm rot="10800000">
              <a:off x="5950034" y="3380473"/>
              <a:ext cx="2877996" cy="223763"/>
              <a:chOff x="1748550" y="2064750"/>
              <a:chExt cx="3573375" cy="277863"/>
            </a:xfrm>
          </p:grpSpPr>
          <p:sp>
            <p:nvSpPr>
              <p:cNvPr id="1120" name="Google Shape;1120;p48">
                <a:extLst>
                  <a:ext uri="{FF2B5EF4-FFF2-40B4-BE49-F238E27FC236}">
                    <a16:creationId xmlns:a16="http://schemas.microsoft.com/office/drawing/2014/main" id="{04CE0245-8B72-9720-E3B9-6009582E2876}"/>
                  </a:ext>
                </a:extLst>
              </p:cNvPr>
              <p:cNvSpPr/>
              <p:nvPr/>
            </p:nvSpPr>
            <p:spPr>
              <a:xfrm>
                <a:off x="1748550" y="2064750"/>
                <a:ext cx="3516675" cy="253825"/>
              </a:xfrm>
              <a:custGeom>
                <a:avLst/>
                <a:gdLst/>
                <a:ahLst/>
                <a:cxnLst/>
                <a:rect l="l" t="t" r="r" b="b"/>
                <a:pathLst>
                  <a:path w="140667" h="10153" extrusionOk="0">
                    <a:moveTo>
                      <a:pt x="0" y="0"/>
                    </a:moveTo>
                    <a:lnTo>
                      <a:pt x="67520" y="0"/>
                    </a:lnTo>
                    <a:lnTo>
                      <a:pt x="77673" y="10153"/>
                    </a:lnTo>
                    <a:lnTo>
                      <a:pt x="140667" y="10153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s-MX" noProof="0" dirty="0"/>
              </a:p>
            </p:txBody>
          </p:sp>
          <p:sp>
            <p:nvSpPr>
              <p:cNvPr id="1121" name="Google Shape;1121;p48">
                <a:extLst>
                  <a:ext uri="{FF2B5EF4-FFF2-40B4-BE49-F238E27FC236}">
                    <a16:creationId xmlns:a16="http://schemas.microsoft.com/office/drawing/2014/main" id="{2E6BFFB0-1BEF-F306-BFD9-A6DD74EFA02B}"/>
                  </a:ext>
                </a:extLst>
              </p:cNvPr>
              <p:cNvSpPr/>
              <p:nvPr/>
            </p:nvSpPr>
            <p:spPr>
              <a:xfrm>
                <a:off x="5265225" y="228591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MX" noProof="0" dirty="0"/>
              </a:p>
            </p:txBody>
          </p:sp>
        </p:grpSp>
        <p:grpSp>
          <p:nvGrpSpPr>
            <p:cNvPr id="1122" name="Google Shape;1122;p48">
              <a:extLst>
                <a:ext uri="{FF2B5EF4-FFF2-40B4-BE49-F238E27FC236}">
                  <a16:creationId xmlns:a16="http://schemas.microsoft.com/office/drawing/2014/main" id="{5D78CB9B-38CC-749B-B63D-F49A96ED403B}"/>
                </a:ext>
              </a:extLst>
            </p:cNvPr>
            <p:cNvGrpSpPr/>
            <p:nvPr/>
          </p:nvGrpSpPr>
          <p:grpSpPr>
            <a:xfrm rot="10800000">
              <a:off x="6396949" y="3536010"/>
              <a:ext cx="2430997" cy="185534"/>
              <a:chOff x="1748547" y="1392116"/>
              <a:chExt cx="5911958" cy="451312"/>
            </a:xfrm>
          </p:grpSpPr>
          <p:sp>
            <p:nvSpPr>
              <p:cNvPr id="1123" name="Google Shape;1123;p48">
                <a:extLst>
                  <a:ext uri="{FF2B5EF4-FFF2-40B4-BE49-F238E27FC236}">
                    <a16:creationId xmlns:a16="http://schemas.microsoft.com/office/drawing/2014/main" id="{3614AD02-5F5E-DE9D-BFB7-D412E0935AFA}"/>
                  </a:ext>
                </a:extLst>
              </p:cNvPr>
              <p:cNvSpPr/>
              <p:nvPr/>
            </p:nvSpPr>
            <p:spPr>
              <a:xfrm>
                <a:off x="1748547" y="1392116"/>
                <a:ext cx="5793758" cy="395567"/>
              </a:xfrm>
              <a:custGeom>
                <a:avLst/>
                <a:gdLst/>
                <a:ahLst/>
                <a:cxnLst/>
                <a:rect l="l" t="t" r="r" b="b"/>
                <a:pathLst>
                  <a:path w="111066" h="7583" extrusionOk="0">
                    <a:moveTo>
                      <a:pt x="0" y="0"/>
                    </a:moveTo>
                    <a:lnTo>
                      <a:pt x="79263" y="0"/>
                    </a:lnTo>
                    <a:lnTo>
                      <a:pt x="86847" y="7583"/>
                    </a:lnTo>
                    <a:lnTo>
                      <a:pt x="111066" y="7583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s-MX" noProof="0" dirty="0"/>
              </a:p>
            </p:txBody>
          </p:sp>
          <p:sp>
            <p:nvSpPr>
              <p:cNvPr id="1124" name="Google Shape;1124;p48">
                <a:extLst>
                  <a:ext uri="{FF2B5EF4-FFF2-40B4-BE49-F238E27FC236}">
                    <a16:creationId xmlns:a16="http://schemas.microsoft.com/office/drawing/2014/main" id="{44AF70C6-7013-577B-3C9F-5B77DBB391F0}"/>
                  </a:ext>
                </a:extLst>
              </p:cNvPr>
              <p:cNvSpPr/>
              <p:nvPr/>
            </p:nvSpPr>
            <p:spPr>
              <a:xfrm>
                <a:off x="7542305" y="1725228"/>
                <a:ext cx="118200" cy="1182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MX" noProof="0" dirty="0"/>
              </a:p>
            </p:txBody>
          </p:sp>
        </p:grpSp>
        <p:grpSp>
          <p:nvGrpSpPr>
            <p:cNvPr id="1125" name="Google Shape;1125;p48">
              <a:extLst>
                <a:ext uri="{FF2B5EF4-FFF2-40B4-BE49-F238E27FC236}">
                  <a16:creationId xmlns:a16="http://schemas.microsoft.com/office/drawing/2014/main" id="{703D0684-255F-C8F1-8042-07E3BE49C6B1}"/>
                </a:ext>
              </a:extLst>
            </p:cNvPr>
            <p:cNvGrpSpPr/>
            <p:nvPr/>
          </p:nvGrpSpPr>
          <p:grpSpPr>
            <a:xfrm rot="10800000">
              <a:off x="6906834" y="3876719"/>
              <a:ext cx="3140396" cy="45661"/>
              <a:chOff x="234768" y="1449263"/>
              <a:chExt cx="3899175" cy="56700"/>
            </a:xfrm>
          </p:grpSpPr>
          <p:cxnSp>
            <p:nvCxnSpPr>
              <p:cNvPr id="1126" name="Google Shape;1126;p48">
                <a:extLst>
                  <a:ext uri="{FF2B5EF4-FFF2-40B4-BE49-F238E27FC236}">
                    <a16:creationId xmlns:a16="http://schemas.microsoft.com/office/drawing/2014/main" id="{ECBCDBAC-6259-4612-0851-767D928EADFB}"/>
                  </a:ext>
                </a:extLst>
              </p:cNvPr>
              <p:cNvCxnSpPr/>
              <p:nvPr/>
            </p:nvCxnSpPr>
            <p:spPr>
              <a:xfrm>
                <a:off x="234768" y="1477625"/>
                <a:ext cx="3846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127" name="Google Shape;1127;p48">
                <a:extLst>
                  <a:ext uri="{FF2B5EF4-FFF2-40B4-BE49-F238E27FC236}">
                    <a16:creationId xmlns:a16="http://schemas.microsoft.com/office/drawing/2014/main" id="{5A77FD59-A579-7A83-077A-61096E59894C}"/>
                  </a:ext>
                </a:extLst>
              </p:cNvPr>
              <p:cNvSpPr/>
              <p:nvPr/>
            </p:nvSpPr>
            <p:spPr>
              <a:xfrm>
                <a:off x="4077243" y="144926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MX" noProof="0" dirty="0"/>
              </a:p>
            </p:txBody>
          </p:sp>
        </p:grpSp>
        <p:grpSp>
          <p:nvGrpSpPr>
            <p:cNvPr id="1128" name="Google Shape;1128;p48">
              <a:extLst>
                <a:ext uri="{FF2B5EF4-FFF2-40B4-BE49-F238E27FC236}">
                  <a16:creationId xmlns:a16="http://schemas.microsoft.com/office/drawing/2014/main" id="{B5CDF27F-0518-430E-21C6-5FCFB5A755AD}"/>
                </a:ext>
              </a:extLst>
            </p:cNvPr>
            <p:cNvGrpSpPr/>
            <p:nvPr/>
          </p:nvGrpSpPr>
          <p:grpSpPr>
            <a:xfrm flipH="1">
              <a:off x="7495622" y="3380465"/>
              <a:ext cx="3010303" cy="45661"/>
              <a:chOff x="1766900" y="2869225"/>
              <a:chExt cx="3737650" cy="56700"/>
            </a:xfrm>
          </p:grpSpPr>
          <p:cxnSp>
            <p:nvCxnSpPr>
              <p:cNvPr id="1129" name="Google Shape;1129;p48">
                <a:extLst>
                  <a:ext uri="{FF2B5EF4-FFF2-40B4-BE49-F238E27FC236}">
                    <a16:creationId xmlns:a16="http://schemas.microsoft.com/office/drawing/2014/main" id="{8315B2A4-267A-4EC4-7D8F-B66A350480D8}"/>
                  </a:ext>
                </a:extLst>
              </p:cNvPr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130" name="Google Shape;1130;p48">
                <a:extLst>
                  <a:ext uri="{FF2B5EF4-FFF2-40B4-BE49-F238E27FC236}">
                    <a16:creationId xmlns:a16="http://schemas.microsoft.com/office/drawing/2014/main" id="{FED9184F-9B5B-A0FE-C461-6FE1CEBDA01C}"/>
                  </a:ext>
                </a:extLst>
              </p:cNvPr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MX" noProof="0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032092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8">
          <a:extLst>
            <a:ext uri="{FF2B5EF4-FFF2-40B4-BE49-F238E27FC236}">
              <a16:creationId xmlns:a16="http://schemas.microsoft.com/office/drawing/2014/main" id="{3664676B-B640-A46F-803D-7DE6030DF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41">
            <a:extLst>
              <a:ext uri="{FF2B5EF4-FFF2-40B4-BE49-F238E27FC236}">
                <a16:creationId xmlns:a16="http://schemas.microsoft.com/office/drawing/2014/main" id="{4B7805E5-E316-62EC-B754-45C20960DD7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noProof="0" dirty="0"/>
              <a:t>¿Qué pasó?</a:t>
            </a:r>
          </a:p>
        </p:txBody>
      </p:sp>
      <p:sp>
        <p:nvSpPr>
          <p:cNvPr id="940" name="Google Shape;940;p41">
            <a:extLst>
              <a:ext uri="{FF2B5EF4-FFF2-40B4-BE49-F238E27FC236}">
                <a16:creationId xmlns:a16="http://schemas.microsoft.com/office/drawing/2014/main" id="{0E349B91-F488-C1E9-989A-6F748DA3F68B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755095" y="1667625"/>
            <a:ext cx="3040800" cy="21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s-MX" noProof="0" dirty="0"/>
              <a:t>El actor de la amenaza manipuló </a:t>
            </a:r>
            <a:r>
              <a:rPr lang="es-MX" i="1" noProof="0" dirty="0"/>
              <a:t>Claude </a:t>
            </a:r>
            <a:r>
              <a:rPr lang="es-MX" i="1" noProof="0" dirty="0" err="1"/>
              <a:t>Code</a:t>
            </a:r>
            <a:r>
              <a:rPr lang="es-MX" noProof="0" dirty="0"/>
              <a:t> para intentar infiltrarse en aproximadamente treinta objetivos globales, y tuvo éxito en un pequeño número de casos. La operación tuvo como objetivo grandes empresas tecnológicas, instituciones financieras, empresas de fabricación de productos químicos y agencias gubernamentales. </a:t>
            </a:r>
            <a:r>
              <a:rPr lang="es-MX" noProof="0" dirty="0" err="1"/>
              <a:t>Anthropic</a:t>
            </a:r>
            <a:r>
              <a:rPr lang="es-MX" noProof="0" dirty="0"/>
              <a:t> teoriza que se trata del primer ataque a larga escala sin intervención humana sustancial.</a:t>
            </a:r>
          </a:p>
        </p:txBody>
      </p:sp>
      <p:sp>
        <p:nvSpPr>
          <p:cNvPr id="941" name="Google Shape;941;p41">
            <a:extLst>
              <a:ext uri="{FF2B5EF4-FFF2-40B4-BE49-F238E27FC236}">
                <a16:creationId xmlns:a16="http://schemas.microsoft.com/office/drawing/2014/main" id="{89F12F03-3D84-9A36-D10E-E9F842173705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1348100" y="1667625"/>
            <a:ext cx="3040800" cy="21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s-MX" noProof="0" dirty="0"/>
              <a:t>A mediados de septiembre de 2025, </a:t>
            </a:r>
            <a:r>
              <a:rPr lang="es-MX" noProof="0" dirty="0" err="1"/>
              <a:t>anthropic</a:t>
            </a:r>
            <a:r>
              <a:rPr lang="es-MX" noProof="0" dirty="0"/>
              <a:t> detectó actividad sospechosa que, tras una investigación posterior, se determinó que se trataba de una campaña de espionaje altamente sofisticada. Los atacantes utilizaron las capacidades '</a:t>
            </a:r>
            <a:r>
              <a:rPr lang="es-MX" noProof="0" dirty="0" err="1"/>
              <a:t>agénticas</a:t>
            </a:r>
            <a:r>
              <a:rPr lang="es-MX" noProof="0" dirty="0"/>
              <a:t>' de la IA en un grado sin precedentes, empleando la IA no solo como asesora, sino para ejecutar los ciberataques por sí misma.</a:t>
            </a:r>
          </a:p>
        </p:txBody>
      </p:sp>
    </p:spTree>
    <p:extLst>
      <p:ext uri="{BB962C8B-B14F-4D97-AF65-F5344CB8AC3E}">
        <p14:creationId xmlns:p14="http://schemas.microsoft.com/office/powerpoint/2010/main" val="25578566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5">
          <a:extLst>
            <a:ext uri="{FF2B5EF4-FFF2-40B4-BE49-F238E27FC236}">
              <a16:creationId xmlns:a16="http://schemas.microsoft.com/office/drawing/2014/main" id="{B82DE1D1-B81D-D768-7B1D-43BD0F4B7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p42">
            <a:extLst>
              <a:ext uri="{FF2B5EF4-FFF2-40B4-BE49-F238E27FC236}">
                <a16:creationId xmlns:a16="http://schemas.microsoft.com/office/drawing/2014/main" id="{CDD9D35E-7EB3-ED63-8116-C8C730A9D67B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039274" y="1747188"/>
            <a:ext cx="3057000" cy="22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noProof="0" dirty="0"/>
              <a:t>El responsable desarrolló un </a:t>
            </a:r>
            <a:r>
              <a:rPr lang="es-MX" noProof="0" dirty="0" err="1"/>
              <a:t>framework</a:t>
            </a:r>
            <a:r>
              <a:rPr lang="es-MX" noProof="0" dirty="0"/>
              <a:t> utilizando herramientas MCP (</a:t>
            </a:r>
            <a:r>
              <a:rPr lang="es-MX" noProof="0" dirty="0" err="1"/>
              <a:t>Model</a:t>
            </a:r>
            <a:r>
              <a:rPr lang="es-MX" noProof="0" dirty="0"/>
              <a:t> </a:t>
            </a:r>
            <a:r>
              <a:rPr lang="es-MX" noProof="0" dirty="0" err="1"/>
              <a:t>Context</a:t>
            </a:r>
            <a:r>
              <a:rPr lang="es-MX" noProof="0" dirty="0"/>
              <a:t> </a:t>
            </a:r>
            <a:r>
              <a:rPr lang="es-MX" noProof="0" dirty="0" err="1"/>
              <a:t>Protocol</a:t>
            </a:r>
            <a:r>
              <a:rPr lang="es-MX" noProof="0" dirty="0"/>
              <a:t>) para dirigir operaciones sin intervención humana.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s-MX" noProof="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noProof="0" dirty="0"/>
              <a:t>Este </a:t>
            </a:r>
            <a:r>
              <a:rPr lang="es-MX" noProof="0" dirty="0" err="1"/>
              <a:t>framework</a:t>
            </a:r>
            <a:r>
              <a:rPr lang="es-MX" noProof="0" dirty="0"/>
              <a:t> utiliza Claude como un orquestador que descompone ataques complejos de múltiples fases en tareas técnicas discretas para subagentes de Claude los cuales parecían legítimos al evaluarlos individualmente (evaluaciones de </a:t>
            </a:r>
            <a:r>
              <a:rPr lang="es-MX" noProof="0" dirty="0" err="1"/>
              <a:t>anthropic</a:t>
            </a:r>
            <a:r>
              <a:rPr lang="es-MX" noProof="0" dirty="0"/>
              <a:t>).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s-MX" noProof="0" dirty="0"/>
          </a:p>
        </p:txBody>
      </p:sp>
      <p:sp>
        <p:nvSpPr>
          <p:cNvPr id="11" name="Título 10">
            <a:extLst>
              <a:ext uri="{FF2B5EF4-FFF2-40B4-BE49-F238E27FC236}">
                <a16:creationId xmlns:a16="http://schemas.microsoft.com/office/drawing/2014/main" id="{358C4F7B-14AB-8643-FAA9-56DBC0B9A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¿Qué pasó?</a:t>
            </a:r>
            <a:endParaRPr lang="es-MX" noProof="0" dirty="0"/>
          </a:p>
        </p:txBody>
      </p:sp>
      <p:pic>
        <p:nvPicPr>
          <p:cNvPr id="15" name="Marcador de posición de imagen 14" descr="Diagrama&#10;&#10;El contenido generado por IA puede ser incorrecto.">
            <a:extLst>
              <a:ext uri="{FF2B5EF4-FFF2-40B4-BE49-F238E27FC236}">
                <a16:creationId xmlns:a16="http://schemas.microsoft.com/office/drawing/2014/main" id="{6C84EE09-6D01-C71A-855F-D791279B50B9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 rotWithShape="1">
          <a:blip r:embed="rId3"/>
          <a:srcRect t="-11996" b="-11996"/>
          <a:stretch>
            <a:fillRect/>
          </a:stretch>
        </p:blipFill>
        <p:spPr>
          <a:xfrm>
            <a:off x="4393773" y="1379588"/>
            <a:ext cx="4483527" cy="3033600"/>
          </a:xfrm>
        </p:spPr>
      </p:pic>
    </p:spTree>
    <p:extLst>
      <p:ext uri="{BB962C8B-B14F-4D97-AF65-F5344CB8AC3E}">
        <p14:creationId xmlns:p14="http://schemas.microsoft.com/office/powerpoint/2010/main" val="34191342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8">
          <a:extLst>
            <a:ext uri="{FF2B5EF4-FFF2-40B4-BE49-F238E27FC236}">
              <a16:creationId xmlns:a16="http://schemas.microsoft.com/office/drawing/2014/main" id="{B03C20F0-B1BA-0421-3F76-63CAC5DF5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p39">
            <a:extLst>
              <a:ext uri="{FF2B5EF4-FFF2-40B4-BE49-F238E27FC236}">
                <a16:creationId xmlns:a16="http://schemas.microsoft.com/office/drawing/2014/main" id="{31671FE2-C4AA-AB4A-B02C-67285EB51E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81025" y="2102825"/>
            <a:ext cx="2954400" cy="94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 dirty="0"/>
              <a:t>Funcionamiento</a:t>
            </a:r>
            <a:endParaRPr lang="es-MX" sz="2400" noProof="0" dirty="0"/>
          </a:p>
        </p:txBody>
      </p:sp>
      <p:sp>
        <p:nvSpPr>
          <p:cNvPr id="880" name="Google Shape;880;p39">
            <a:extLst>
              <a:ext uri="{FF2B5EF4-FFF2-40B4-BE49-F238E27FC236}">
                <a16:creationId xmlns:a16="http://schemas.microsoft.com/office/drawing/2014/main" id="{C767B5C8-A117-3CD8-60C3-2F5687646F5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555250" y="2102825"/>
            <a:ext cx="3294000" cy="94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noProof="0" dirty="0"/>
              <a:t>Ciclo de vida de los ataques y su integración con IA</a:t>
            </a:r>
          </a:p>
        </p:txBody>
      </p:sp>
      <p:grpSp>
        <p:nvGrpSpPr>
          <p:cNvPr id="881" name="Google Shape;881;p39">
            <a:extLst>
              <a:ext uri="{FF2B5EF4-FFF2-40B4-BE49-F238E27FC236}">
                <a16:creationId xmlns:a16="http://schemas.microsoft.com/office/drawing/2014/main" id="{9A09EC6F-8B72-3BED-8B9C-BD2BFBC73641}"/>
              </a:ext>
            </a:extLst>
          </p:cNvPr>
          <p:cNvGrpSpPr/>
          <p:nvPr/>
        </p:nvGrpSpPr>
        <p:grpSpPr>
          <a:xfrm>
            <a:off x="-1555691" y="3874548"/>
            <a:ext cx="3140396" cy="541907"/>
            <a:chOff x="-528216" y="3116173"/>
            <a:chExt cx="3140396" cy="541907"/>
          </a:xfrm>
        </p:grpSpPr>
        <p:grpSp>
          <p:nvGrpSpPr>
            <p:cNvPr id="882" name="Google Shape;882;p39">
              <a:extLst>
                <a:ext uri="{FF2B5EF4-FFF2-40B4-BE49-F238E27FC236}">
                  <a16:creationId xmlns:a16="http://schemas.microsoft.com/office/drawing/2014/main" id="{1799B225-D540-886A-77A8-5732DE3F01C3}"/>
                </a:ext>
              </a:extLst>
            </p:cNvPr>
            <p:cNvGrpSpPr/>
            <p:nvPr/>
          </p:nvGrpSpPr>
          <p:grpSpPr>
            <a:xfrm>
              <a:off x="-528216" y="3434317"/>
              <a:ext cx="2877996" cy="223763"/>
              <a:chOff x="1748550" y="2064750"/>
              <a:chExt cx="3573375" cy="277863"/>
            </a:xfrm>
          </p:grpSpPr>
          <p:sp>
            <p:nvSpPr>
              <p:cNvPr id="883" name="Google Shape;883;p39">
                <a:extLst>
                  <a:ext uri="{FF2B5EF4-FFF2-40B4-BE49-F238E27FC236}">
                    <a16:creationId xmlns:a16="http://schemas.microsoft.com/office/drawing/2014/main" id="{EA9A5F19-46A1-7252-7A6E-5EFA02835024}"/>
                  </a:ext>
                </a:extLst>
              </p:cNvPr>
              <p:cNvSpPr/>
              <p:nvPr/>
            </p:nvSpPr>
            <p:spPr>
              <a:xfrm>
                <a:off x="1748550" y="2064750"/>
                <a:ext cx="3516675" cy="253825"/>
              </a:xfrm>
              <a:custGeom>
                <a:avLst/>
                <a:gdLst/>
                <a:ahLst/>
                <a:cxnLst/>
                <a:rect l="l" t="t" r="r" b="b"/>
                <a:pathLst>
                  <a:path w="140667" h="10153" extrusionOk="0">
                    <a:moveTo>
                      <a:pt x="0" y="0"/>
                    </a:moveTo>
                    <a:lnTo>
                      <a:pt x="67520" y="0"/>
                    </a:lnTo>
                    <a:lnTo>
                      <a:pt x="77673" y="10153"/>
                    </a:lnTo>
                    <a:lnTo>
                      <a:pt x="140667" y="10153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s-MX" noProof="0" dirty="0"/>
              </a:p>
            </p:txBody>
          </p:sp>
          <p:sp>
            <p:nvSpPr>
              <p:cNvPr id="884" name="Google Shape;884;p39">
                <a:extLst>
                  <a:ext uri="{FF2B5EF4-FFF2-40B4-BE49-F238E27FC236}">
                    <a16:creationId xmlns:a16="http://schemas.microsoft.com/office/drawing/2014/main" id="{103AAA5A-2CA8-4E6A-4064-B912795B0064}"/>
                  </a:ext>
                </a:extLst>
              </p:cNvPr>
              <p:cNvSpPr/>
              <p:nvPr/>
            </p:nvSpPr>
            <p:spPr>
              <a:xfrm>
                <a:off x="5265225" y="228591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MX" noProof="0" dirty="0"/>
              </a:p>
            </p:txBody>
          </p:sp>
        </p:grpSp>
        <p:grpSp>
          <p:nvGrpSpPr>
            <p:cNvPr id="885" name="Google Shape;885;p39">
              <a:extLst>
                <a:ext uri="{FF2B5EF4-FFF2-40B4-BE49-F238E27FC236}">
                  <a16:creationId xmlns:a16="http://schemas.microsoft.com/office/drawing/2014/main" id="{41E8D132-FEEA-B1CD-E8AF-5C422B6866B7}"/>
                </a:ext>
              </a:extLst>
            </p:cNvPr>
            <p:cNvGrpSpPr/>
            <p:nvPr/>
          </p:nvGrpSpPr>
          <p:grpSpPr>
            <a:xfrm>
              <a:off x="-528208" y="3317016"/>
              <a:ext cx="2430741" cy="185537"/>
              <a:chOff x="1748547" y="1392116"/>
              <a:chExt cx="5911958" cy="451312"/>
            </a:xfrm>
          </p:grpSpPr>
          <p:sp>
            <p:nvSpPr>
              <p:cNvPr id="886" name="Google Shape;886;p39">
                <a:extLst>
                  <a:ext uri="{FF2B5EF4-FFF2-40B4-BE49-F238E27FC236}">
                    <a16:creationId xmlns:a16="http://schemas.microsoft.com/office/drawing/2014/main" id="{FA86F1CC-DFD7-5192-3866-DEC8CC857D37}"/>
                  </a:ext>
                </a:extLst>
              </p:cNvPr>
              <p:cNvSpPr/>
              <p:nvPr/>
            </p:nvSpPr>
            <p:spPr>
              <a:xfrm>
                <a:off x="1748547" y="1392116"/>
                <a:ext cx="5793758" cy="395567"/>
              </a:xfrm>
              <a:custGeom>
                <a:avLst/>
                <a:gdLst/>
                <a:ahLst/>
                <a:cxnLst/>
                <a:rect l="l" t="t" r="r" b="b"/>
                <a:pathLst>
                  <a:path w="111066" h="7583" extrusionOk="0">
                    <a:moveTo>
                      <a:pt x="0" y="0"/>
                    </a:moveTo>
                    <a:lnTo>
                      <a:pt x="79263" y="0"/>
                    </a:lnTo>
                    <a:lnTo>
                      <a:pt x="86847" y="7583"/>
                    </a:lnTo>
                    <a:lnTo>
                      <a:pt x="111066" y="7583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s-MX" noProof="0" dirty="0"/>
              </a:p>
            </p:txBody>
          </p:sp>
          <p:sp>
            <p:nvSpPr>
              <p:cNvPr id="887" name="Google Shape;887;p39">
                <a:extLst>
                  <a:ext uri="{FF2B5EF4-FFF2-40B4-BE49-F238E27FC236}">
                    <a16:creationId xmlns:a16="http://schemas.microsoft.com/office/drawing/2014/main" id="{CC517930-5C62-18C8-B018-07EDD71C46D3}"/>
                  </a:ext>
                </a:extLst>
              </p:cNvPr>
              <p:cNvSpPr/>
              <p:nvPr/>
            </p:nvSpPr>
            <p:spPr>
              <a:xfrm>
                <a:off x="7542305" y="1725228"/>
                <a:ext cx="118200" cy="1182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MX" noProof="0" dirty="0"/>
              </a:p>
            </p:txBody>
          </p:sp>
        </p:grpSp>
        <p:grpSp>
          <p:nvGrpSpPr>
            <p:cNvPr id="888" name="Google Shape;888;p39">
              <a:extLst>
                <a:ext uri="{FF2B5EF4-FFF2-40B4-BE49-F238E27FC236}">
                  <a16:creationId xmlns:a16="http://schemas.microsoft.com/office/drawing/2014/main" id="{3BE50B7E-201A-1DFB-FE3F-EF06F2C22425}"/>
                </a:ext>
              </a:extLst>
            </p:cNvPr>
            <p:cNvGrpSpPr/>
            <p:nvPr/>
          </p:nvGrpSpPr>
          <p:grpSpPr>
            <a:xfrm>
              <a:off x="-528216" y="3116173"/>
              <a:ext cx="3140396" cy="45661"/>
              <a:chOff x="1748550" y="1449263"/>
              <a:chExt cx="3899175" cy="56700"/>
            </a:xfrm>
          </p:grpSpPr>
          <p:cxnSp>
            <p:nvCxnSpPr>
              <p:cNvPr id="889" name="Google Shape;889;p39">
                <a:extLst>
                  <a:ext uri="{FF2B5EF4-FFF2-40B4-BE49-F238E27FC236}">
                    <a16:creationId xmlns:a16="http://schemas.microsoft.com/office/drawing/2014/main" id="{68BC9781-CDBE-5149-CEC2-448963EDCF02}"/>
                  </a:ext>
                </a:extLst>
              </p:cNvPr>
              <p:cNvCxnSpPr/>
              <p:nvPr/>
            </p:nvCxnSpPr>
            <p:spPr>
              <a:xfrm>
                <a:off x="1748550" y="1477625"/>
                <a:ext cx="3846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890" name="Google Shape;890;p39">
                <a:extLst>
                  <a:ext uri="{FF2B5EF4-FFF2-40B4-BE49-F238E27FC236}">
                    <a16:creationId xmlns:a16="http://schemas.microsoft.com/office/drawing/2014/main" id="{1A4973C0-D90C-737C-172D-9E23BEF97FFC}"/>
                  </a:ext>
                </a:extLst>
              </p:cNvPr>
              <p:cNvSpPr/>
              <p:nvPr/>
            </p:nvSpPr>
            <p:spPr>
              <a:xfrm>
                <a:off x="5591025" y="144926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MX" noProof="0" dirty="0"/>
              </a:p>
            </p:txBody>
          </p:sp>
        </p:grpSp>
      </p:grpSp>
      <p:grpSp>
        <p:nvGrpSpPr>
          <p:cNvPr id="891" name="Google Shape;891;p39">
            <a:extLst>
              <a:ext uri="{FF2B5EF4-FFF2-40B4-BE49-F238E27FC236}">
                <a16:creationId xmlns:a16="http://schemas.microsoft.com/office/drawing/2014/main" id="{627E5820-6DD0-BFCB-5131-AFCE598CDE64}"/>
              </a:ext>
            </a:extLst>
          </p:cNvPr>
          <p:cNvGrpSpPr/>
          <p:nvPr/>
        </p:nvGrpSpPr>
        <p:grpSpPr>
          <a:xfrm flipH="1">
            <a:off x="6378225" y="936479"/>
            <a:ext cx="3094729" cy="1111283"/>
            <a:chOff x="1748550" y="1613039"/>
            <a:chExt cx="3842475" cy="1379962"/>
          </a:xfrm>
        </p:grpSpPr>
        <p:grpSp>
          <p:nvGrpSpPr>
            <p:cNvPr id="892" name="Google Shape;892;p39">
              <a:extLst>
                <a:ext uri="{FF2B5EF4-FFF2-40B4-BE49-F238E27FC236}">
                  <a16:creationId xmlns:a16="http://schemas.microsoft.com/office/drawing/2014/main" id="{1FF5DF91-B097-AFB1-BC43-8BD1387ABF5E}"/>
                </a:ext>
              </a:extLst>
            </p:cNvPr>
            <p:cNvGrpSpPr/>
            <p:nvPr/>
          </p:nvGrpSpPr>
          <p:grpSpPr>
            <a:xfrm>
              <a:off x="1754675" y="2577138"/>
              <a:ext cx="1945675" cy="56700"/>
              <a:chOff x="1754675" y="2661275"/>
              <a:chExt cx="1945675" cy="56700"/>
            </a:xfrm>
          </p:grpSpPr>
          <p:cxnSp>
            <p:nvCxnSpPr>
              <p:cNvPr id="893" name="Google Shape;893;p39">
                <a:extLst>
                  <a:ext uri="{FF2B5EF4-FFF2-40B4-BE49-F238E27FC236}">
                    <a16:creationId xmlns:a16="http://schemas.microsoft.com/office/drawing/2014/main" id="{0D96D8B0-94CB-47F0-C335-147D90FDA1E5}"/>
                  </a:ext>
                </a:extLst>
              </p:cNvPr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894" name="Google Shape;894;p39">
                <a:extLst>
                  <a:ext uri="{FF2B5EF4-FFF2-40B4-BE49-F238E27FC236}">
                    <a16:creationId xmlns:a16="http://schemas.microsoft.com/office/drawing/2014/main" id="{47FD958D-2B85-BC77-FA08-33E399B8C98F}"/>
                  </a:ext>
                </a:extLst>
              </p:cNvPr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MX" noProof="0" dirty="0"/>
              </a:p>
            </p:txBody>
          </p:sp>
        </p:grpSp>
        <p:grpSp>
          <p:nvGrpSpPr>
            <p:cNvPr id="895" name="Google Shape;895;p39">
              <a:extLst>
                <a:ext uri="{FF2B5EF4-FFF2-40B4-BE49-F238E27FC236}">
                  <a16:creationId xmlns:a16="http://schemas.microsoft.com/office/drawing/2014/main" id="{87A0FE06-D9B9-0258-7B92-C29DE579B795}"/>
                </a:ext>
              </a:extLst>
            </p:cNvPr>
            <p:cNvGrpSpPr/>
            <p:nvPr/>
          </p:nvGrpSpPr>
          <p:grpSpPr>
            <a:xfrm>
              <a:off x="1754616" y="2823901"/>
              <a:ext cx="1938597" cy="169100"/>
              <a:chOff x="1754675" y="2824000"/>
              <a:chExt cx="4728285" cy="412439"/>
            </a:xfrm>
          </p:grpSpPr>
          <p:sp>
            <p:nvSpPr>
              <p:cNvPr id="896" name="Google Shape;896;p39">
                <a:extLst>
                  <a:ext uri="{FF2B5EF4-FFF2-40B4-BE49-F238E27FC236}">
                    <a16:creationId xmlns:a16="http://schemas.microsoft.com/office/drawing/2014/main" id="{48570B43-7FB8-A1D9-CAB1-8230752F62E7}"/>
                  </a:ext>
                </a:extLst>
              </p:cNvPr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avLst/>
                <a:gdLst/>
                <a:ahLst/>
                <a:cxnLst/>
                <a:rect l="l" t="t" r="r" b="b"/>
                <a:pathLst>
                  <a:path w="77550" h="5994" extrusionOk="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s-MX" noProof="0" dirty="0"/>
              </a:p>
            </p:txBody>
          </p:sp>
          <p:sp>
            <p:nvSpPr>
              <p:cNvPr id="897" name="Google Shape;897;p39">
                <a:extLst>
                  <a:ext uri="{FF2B5EF4-FFF2-40B4-BE49-F238E27FC236}">
                    <a16:creationId xmlns:a16="http://schemas.microsoft.com/office/drawing/2014/main" id="{79F2C890-F1CB-9297-EBF1-6CEC115756E2}"/>
                  </a:ext>
                </a:extLst>
              </p:cNvPr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MX" noProof="0" dirty="0"/>
              </a:p>
            </p:txBody>
          </p:sp>
        </p:grpSp>
        <p:grpSp>
          <p:nvGrpSpPr>
            <p:cNvPr id="898" name="Google Shape;898;p39">
              <a:extLst>
                <a:ext uri="{FF2B5EF4-FFF2-40B4-BE49-F238E27FC236}">
                  <a16:creationId xmlns:a16="http://schemas.microsoft.com/office/drawing/2014/main" id="{F6502158-7D74-9A50-F179-C06655A4752F}"/>
                </a:ext>
              </a:extLst>
            </p:cNvPr>
            <p:cNvGrpSpPr/>
            <p:nvPr/>
          </p:nvGrpSpPr>
          <p:grpSpPr>
            <a:xfrm>
              <a:off x="1779150" y="2289288"/>
              <a:ext cx="3811875" cy="127113"/>
              <a:chOff x="1779150" y="2604263"/>
              <a:chExt cx="3811875" cy="127113"/>
            </a:xfrm>
          </p:grpSpPr>
          <p:sp>
            <p:nvSpPr>
              <p:cNvPr id="899" name="Google Shape;899;p39">
                <a:extLst>
                  <a:ext uri="{FF2B5EF4-FFF2-40B4-BE49-F238E27FC236}">
                    <a16:creationId xmlns:a16="http://schemas.microsoft.com/office/drawing/2014/main" id="{E9CC6A0A-1C10-0846-84FC-F2AC6FBB3AA7}"/>
                  </a:ext>
                </a:extLst>
              </p:cNvPr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avLst/>
                <a:gdLst/>
                <a:ahLst/>
                <a:cxnLst/>
                <a:rect l="l" t="t" r="r" b="b"/>
                <a:pathLst>
                  <a:path w="150207" h="4037" extrusionOk="0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s-MX" noProof="0" dirty="0"/>
              </a:p>
            </p:txBody>
          </p:sp>
          <p:sp>
            <p:nvSpPr>
              <p:cNvPr id="900" name="Google Shape;900;p39">
                <a:extLst>
                  <a:ext uri="{FF2B5EF4-FFF2-40B4-BE49-F238E27FC236}">
                    <a16:creationId xmlns:a16="http://schemas.microsoft.com/office/drawing/2014/main" id="{C6D09DB2-ED69-8E36-E868-53E4EE770F39}"/>
                  </a:ext>
                </a:extLst>
              </p:cNvPr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MX" noProof="0" dirty="0"/>
              </a:p>
            </p:txBody>
          </p:sp>
        </p:grpSp>
        <p:grpSp>
          <p:nvGrpSpPr>
            <p:cNvPr id="901" name="Google Shape;901;p39">
              <a:extLst>
                <a:ext uri="{FF2B5EF4-FFF2-40B4-BE49-F238E27FC236}">
                  <a16:creationId xmlns:a16="http://schemas.microsoft.com/office/drawing/2014/main" id="{33B471CB-5DBF-3E46-8CB7-0DB307E3F79D}"/>
                </a:ext>
              </a:extLst>
            </p:cNvPr>
            <p:cNvGrpSpPr/>
            <p:nvPr/>
          </p:nvGrpSpPr>
          <p:grpSpPr>
            <a:xfrm>
              <a:off x="1748550" y="1758700"/>
              <a:ext cx="3573375" cy="277863"/>
              <a:chOff x="1748550" y="2064750"/>
              <a:chExt cx="3573375" cy="277863"/>
            </a:xfrm>
          </p:grpSpPr>
          <p:sp>
            <p:nvSpPr>
              <p:cNvPr id="902" name="Google Shape;902;p39">
                <a:extLst>
                  <a:ext uri="{FF2B5EF4-FFF2-40B4-BE49-F238E27FC236}">
                    <a16:creationId xmlns:a16="http://schemas.microsoft.com/office/drawing/2014/main" id="{5D7EB98B-5C3C-EAB6-CC05-882D8EE8CFEA}"/>
                  </a:ext>
                </a:extLst>
              </p:cNvPr>
              <p:cNvSpPr/>
              <p:nvPr/>
            </p:nvSpPr>
            <p:spPr>
              <a:xfrm>
                <a:off x="1748550" y="2064750"/>
                <a:ext cx="3516675" cy="253825"/>
              </a:xfrm>
              <a:custGeom>
                <a:avLst/>
                <a:gdLst/>
                <a:ahLst/>
                <a:cxnLst/>
                <a:rect l="l" t="t" r="r" b="b"/>
                <a:pathLst>
                  <a:path w="140667" h="10153" extrusionOk="0">
                    <a:moveTo>
                      <a:pt x="0" y="0"/>
                    </a:moveTo>
                    <a:lnTo>
                      <a:pt x="67520" y="0"/>
                    </a:lnTo>
                    <a:lnTo>
                      <a:pt x="77673" y="10153"/>
                    </a:lnTo>
                    <a:lnTo>
                      <a:pt x="140667" y="10153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s-MX" noProof="0" dirty="0"/>
              </a:p>
            </p:txBody>
          </p:sp>
          <p:sp>
            <p:nvSpPr>
              <p:cNvPr id="903" name="Google Shape;903;p39">
                <a:extLst>
                  <a:ext uri="{FF2B5EF4-FFF2-40B4-BE49-F238E27FC236}">
                    <a16:creationId xmlns:a16="http://schemas.microsoft.com/office/drawing/2014/main" id="{36187210-A4DD-ECF9-6806-5CD72769F864}"/>
                  </a:ext>
                </a:extLst>
              </p:cNvPr>
              <p:cNvSpPr/>
              <p:nvPr/>
            </p:nvSpPr>
            <p:spPr>
              <a:xfrm>
                <a:off x="5265225" y="228591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MX" noProof="0" dirty="0"/>
              </a:p>
            </p:txBody>
          </p:sp>
        </p:grpSp>
        <p:grpSp>
          <p:nvGrpSpPr>
            <p:cNvPr id="904" name="Google Shape;904;p39">
              <a:extLst>
                <a:ext uri="{FF2B5EF4-FFF2-40B4-BE49-F238E27FC236}">
                  <a16:creationId xmlns:a16="http://schemas.microsoft.com/office/drawing/2014/main" id="{852AFCE2-6584-98C0-E831-04762D2ECFB5}"/>
                </a:ext>
              </a:extLst>
            </p:cNvPr>
            <p:cNvGrpSpPr/>
            <p:nvPr/>
          </p:nvGrpSpPr>
          <p:grpSpPr>
            <a:xfrm>
              <a:off x="1748560" y="1613039"/>
              <a:ext cx="3018055" cy="230395"/>
              <a:chOff x="1748547" y="1392116"/>
              <a:chExt cx="5911958" cy="451312"/>
            </a:xfrm>
          </p:grpSpPr>
          <p:sp>
            <p:nvSpPr>
              <p:cNvPr id="905" name="Google Shape;905;p39">
                <a:extLst>
                  <a:ext uri="{FF2B5EF4-FFF2-40B4-BE49-F238E27FC236}">
                    <a16:creationId xmlns:a16="http://schemas.microsoft.com/office/drawing/2014/main" id="{729F6C82-74B9-C4EF-A945-215B092D92F1}"/>
                  </a:ext>
                </a:extLst>
              </p:cNvPr>
              <p:cNvSpPr/>
              <p:nvPr/>
            </p:nvSpPr>
            <p:spPr>
              <a:xfrm>
                <a:off x="1748547" y="1392116"/>
                <a:ext cx="5793758" cy="395567"/>
              </a:xfrm>
              <a:custGeom>
                <a:avLst/>
                <a:gdLst/>
                <a:ahLst/>
                <a:cxnLst/>
                <a:rect l="l" t="t" r="r" b="b"/>
                <a:pathLst>
                  <a:path w="111066" h="7583" extrusionOk="0">
                    <a:moveTo>
                      <a:pt x="0" y="0"/>
                    </a:moveTo>
                    <a:lnTo>
                      <a:pt x="79263" y="0"/>
                    </a:lnTo>
                    <a:lnTo>
                      <a:pt x="86847" y="7583"/>
                    </a:lnTo>
                    <a:lnTo>
                      <a:pt x="111066" y="7583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s-MX" noProof="0" dirty="0"/>
              </a:p>
            </p:txBody>
          </p:sp>
          <p:sp>
            <p:nvSpPr>
              <p:cNvPr id="906" name="Google Shape;906;p39">
                <a:extLst>
                  <a:ext uri="{FF2B5EF4-FFF2-40B4-BE49-F238E27FC236}">
                    <a16:creationId xmlns:a16="http://schemas.microsoft.com/office/drawing/2014/main" id="{6FF178FA-9D66-0025-7B5A-2D3EA8C7B3CF}"/>
                  </a:ext>
                </a:extLst>
              </p:cNvPr>
              <p:cNvSpPr/>
              <p:nvPr/>
            </p:nvSpPr>
            <p:spPr>
              <a:xfrm>
                <a:off x="7542305" y="1725228"/>
                <a:ext cx="118200" cy="1182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MX" noProof="0" dirty="0"/>
              </a:p>
            </p:txBody>
          </p:sp>
        </p:grpSp>
        <p:grpSp>
          <p:nvGrpSpPr>
            <p:cNvPr id="907" name="Google Shape;907;p39">
              <a:extLst>
                <a:ext uri="{FF2B5EF4-FFF2-40B4-BE49-F238E27FC236}">
                  <a16:creationId xmlns:a16="http://schemas.microsoft.com/office/drawing/2014/main" id="{FFD645B2-3956-68CF-2D7A-CE2EF517CB76}"/>
                </a:ext>
              </a:extLst>
            </p:cNvPr>
            <p:cNvGrpSpPr/>
            <p:nvPr/>
          </p:nvGrpSpPr>
          <p:grpSpPr>
            <a:xfrm>
              <a:off x="1766900" y="2120038"/>
              <a:ext cx="3737650" cy="56700"/>
              <a:chOff x="1766900" y="2869225"/>
              <a:chExt cx="3737650" cy="56700"/>
            </a:xfrm>
          </p:grpSpPr>
          <p:cxnSp>
            <p:nvCxnSpPr>
              <p:cNvPr id="908" name="Google Shape;908;p39">
                <a:extLst>
                  <a:ext uri="{FF2B5EF4-FFF2-40B4-BE49-F238E27FC236}">
                    <a16:creationId xmlns:a16="http://schemas.microsoft.com/office/drawing/2014/main" id="{395CA642-B9FA-19E0-E544-A3FA0AC5114E}"/>
                  </a:ext>
                </a:extLst>
              </p:cNvPr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909" name="Google Shape;909;p39">
                <a:extLst>
                  <a:ext uri="{FF2B5EF4-FFF2-40B4-BE49-F238E27FC236}">
                    <a16:creationId xmlns:a16="http://schemas.microsoft.com/office/drawing/2014/main" id="{1CBB7DC3-7DAA-011F-C25C-3964954A4BBB}"/>
                  </a:ext>
                </a:extLst>
              </p:cNvPr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MX" noProof="0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52925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4">
          <a:extLst>
            <a:ext uri="{FF2B5EF4-FFF2-40B4-BE49-F238E27FC236}">
              <a16:creationId xmlns:a16="http://schemas.microsoft.com/office/drawing/2014/main" id="{D5B0BBE8-DEAF-D0BB-4EF0-1C7765FEC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" name="Google Shape;1136;p49">
            <a:extLst>
              <a:ext uri="{FF2B5EF4-FFF2-40B4-BE49-F238E27FC236}">
                <a16:creationId xmlns:a16="http://schemas.microsoft.com/office/drawing/2014/main" id="{08C24C17-3608-EAE6-E23A-8A0DDFBFE275}"/>
              </a:ext>
            </a:extLst>
          </p:cNvPr>
          <p:cNvSpPr/>
          <p:nvPr/>
        </p:nvSpPr>
        <p:spPr>
          <a:xfrm rot="10800000">
            <a:off x="4751872" y="-1928492"/>
            <a:ext cx="4392129" cy="2590718"/>
          </a:xfrm>
          <a:custGeom>
            <a:avLst/>
            <a:gdLst/>
            <a:ahLst/>
            <a:cxnLst/>
            <a:rect l="l" t="t" r="r" b="b"/>
            <a:pathLst>
              <a:path w="111617" h="65842" extrusionOk="0">
                <a:moveTo>
                  <a:pt x="0" y="0"/>
                </a:moveTo>
                <a:lnTo>
                  <a:pt x="0" y="65842"/>
                </a:lnTo>
                <a:lnTo>
                  <a:pt x="111616" y="65842"/>
                </a:lnTo>
                <a:lnTo>
                  <a:pt x="111616" y="17621"/>
                </a:lnTo>
                <a:lnTo>
                  <a:pt x="97436" y="17621"/>
                </a:lnTo>
                <a:lnTo>
                  <a:pt x="85702" y="6053"/>
                </a:lnTo>
                <a:lnTo>
                  <a:pt x="52864" y="6053"/>
                </a:lnTo>
                <a:lnTo>
                  <a:pt x="4681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0" dirty="0"/>
          </a:p>
        </p:txBody>
      </p:sp>
      <p:sp>
        <p:nvSpPr>
          <p:cNvPr id="1137" name="Google Shape;1137;p49">
            <a:extLst>
              <a:ext uri="{FF2B5EF4-FFF2-40B4-BE49-F238E27FC236}">
                <a16:creationId xmlns:a16="http://schemas.microsoft.com/office/drawing/2014/main" id="{9F2FA131-A063-1CE2-B7AC-0A6A4429FEFD}"/>
              </a:ext>
            </a:extLst>
          </p:cNvPr>
          <p:cNvSpPr/>
          <p:nvPr/>
        </p:nvSpPr>
        <p:spPr>
          <a:xfrm flipH="1">
            <a:off x="-892962" y="4264175"/>
            <a:ext cx="2805272" cy="1537408"/>
          </a:xfrm>
          <a:custGeom>
            <a:avLst/>
            <a:gdLst/>
            <a:ahLst/>
            <a:cxnLst/>
            <a:rect l="l" t="t" r="r" b="b"/>
            <a:pathLst>
              <a:path w="87610" h="48014" extrusionOk="0">
                <a:moveTo>
                  <a:pt x="41297" y="0"/>
                </a:moveTo>
                <a:lnTo>
                  <a:pt x="9329" y="31926"/>
                </a:lnTo>
                <a:lnTo>
                  <a:pt x="0" y="31926"/>
                </a:lnTo>
                <a:lnTo>
                  <a:pt x="0" y="48014"/>
                </a:lnTo>
                <a:lnTo>
                  <a:pt x="87610" y="48014"/>
                </a:lnTo>
                <a:lnTo>
                  <a:pt x="8761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0" dirty="0"/>
          </a:p>
        </p:txBody>
      </p:sp>
      <p:grpSp>
        <p:nvGrpSpPr>
          <p:cNvPr id="1139" name="Google Shape;1139;p49">
            <a:extLst>
              <a:ext uri="{FF2B5EF4-FFF2-40B4-BE49-F238E27FC236}">
                <a16:creationId xmlns:a16="http://schemas.microsoft.com/office/drawing/2014/main" id="{E2233040-E931-37EA-6AA4-6F3A22BDD093}"/>
              </a:ext>
            </a:extLst>
          </p:cNvPr>
          <p:cNvGrpSpPr/>
          <p:nvPr/>
        </p:nvGrpSpPr>
        <p:grpSpPr>
          <a:xfrm flipH="1">
            <a:off x="7409604" y="2743946"/>
            <a:ext cx="3599787" cy="1044104"/>
            <a:chOff x="-1431671" y="656496"/>
            <a:chExt cx="3599787" cy="1044104"/>
          </a:xfrm>
        </p:grpSpPr>
        <p:grpSp>
          <p:nvGrpSpPr>
            <p:cNvPr id="1140" name="Google Shape;1140;p49">
              <a:extLst>
                <a:ext uri="{FF2B5EF4-FFF2-40B4-BE49-F238E27FC236}">
                  <a16:creationId xmlns:a16="http://schemas.microsoft.com/office/drawing/2014/main" id="{BE24E468-6692-A66D-BECD-C66A6ACB9D31}"/>
                </a:ext>
              </a:extLst>
            </p:cNvPr>
            <p:cNvGrpSpPr/>
            <p:nvPr/>
          </p:nvGrpSpPr>
          <p:grpSpPr>
            <a:xfrm>
              <a:off x="-368508" y="1432892"/>
              <a:ext cx="1567047" cy="45661"/>
              <a:chOff x="1754675" y="2661275"/>
              <a:chExt cx="1945675" cy="56700"/>
            </a:xfrm>
          </p:grpSpPr>
          <p:cxnSp>
            <p:nvCxnSpPr>
              <p:cNvPr id="1141" name="Google Shape;1141;p49">
                <a:extLst>
                  <a:ext uri="{FF2B5EF4-FFF2-40B4-BE49-F238E27FC236}">
                    <a16:creationId xmlns:a16="http://schemas.microsoft.com/office/drawing/2014/main" id="{62787B6F-2E85-E9AC-694B-C100D74FEAF0}"/>
                  </a:ext>
                </a:extLst>
              </p:cNvPr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142" name="Google Shape;1142;p49">
                <a:extLst>
                  <a:ext uri="{FF2B5EF4-FFF2-40B4-BE49-F238E27FC236}">
                    <a16:creationId xmlns:a16="http://schemas.microsoft.com/office/drawing/2014/main" id="{9FC13218-A3FD-DAC5-E268-90E6F14410DA}"/>
                  </a:ext>
                </a:extLst>
              </p:cNvPr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MX" noProof="0" dirty="0"/>
              </a:p>
            </p:txBody>
          </p:sp>
        </p:grpSp>
        <p:grpSp>
          <p:nvGrpSpPr>
            <p:cNvPr id="1143" name="Google Shape;1143;p49">
              <a:extLst>
                <a:ext uri="{FF2B5EF4-FFF2-40B4-BE49-F238E27FC236}">
                  <a16:creationId xmlns:a16="http://schemas.microsoft.com/office/drawing/2014/main" id="{D0BA947F-E593-FFFD-B12B-1F9E34B2AC19}"/>
                </a:ext>
              </a:extLst>
            </p:cNvPr>
            <p:cNvGrpSpPr/>
            <p:nvPr/>
          </p:nvGrpSpPr>
          <p:grpSpPr>
            <a:xfrm>
              <a:off x="-766480" y="1564412"/>
              <a:ext cx="1561280" cy="136187"/>
              <a:chOff x="1754675" y="2824000"/>
              <a:chExt cx="4728285" cy="412439"/>
            </a:xfrm>
          </p:grpSpPr>
          <p:sp>
            <p:nvSpPr>
              <p:cNvPr id="1144" name="Google Shape;1144;p49">
                <a:extLst>
                  <a:ext uri="{FF2B5EF4-FFF2-40B4-BE49-F238E27FC236}">
                    <a16:creationId xmlns:a16="http://schemas.microsoft.com/office/drawing/2014/main" id="{F7C2EE79-FF09-22F9-D40E-A639F78C8D17}"/>
                  </a:ext>
                </a:extLst>
              </p:cNvPr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avLst/>
                <a:gdLst/>
                <a:ahLst/>
                <a:cxnLst/>
                <a:rect l="l" t="t" r="r" b="b"/>
                <a:pathLst>
                  <a:path w="77550" h="5994" extrusionOk="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s-MX" noProof="0" dirty="0"/>
              </a:p>
            </p:txBody>
          </p:sp>
          <p:sp>
            <p:nvSpPr>
              <p:cNvPr id="1145" name="Google Shape;1145;p49">
                <a:extLst>
                  <a:ext uri="{FF2B5EF4-FFF2-40B4-BE49-F238E27FC236}">
                    <a16:creationId xmlns:a16="http://schemas.microsoft.com/office/drawing/2014/main" id="{8D0FD002-BEBC-D33A-B3FF-A81F54D5194D}"/>
                  </a:ext>
                </a:extLst>
              </p:cNvPr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MX" noProof="0" dirty="0"/>
              </a:p>
            </p:txBody>
          </p:sp>
        </p:grpSp>
        <p:grpSp>
          <p:nvGrpSpPr>
            <p:cNvPr id="1146" name="Google Shape;1146;p49">
              <a:extLst>
                <a:ext uri="{FF2B5EF4-FFF2-40B4-BE49-F238E27FC236}">
                  <a16:creationId xmlns:a16="http://schemas.microsoft.com/office/drawing/2014/main" id="{89B1CDF6-A618-5051-B335-FCD25EC72469}"/>
                </a:ext>
              </a:extLst>
            </p:cNvPr>
            <p:cNvGrpSpPr/>
            <p:nvPr/>
          </p:nvGrpSpPr>
          <p:grpSpPr>
            <a:xfrm>
              <a:off x="-1431671" y="1201087"/>
              <a:ext cx="3070084" cy="102364"/>
              <a:chOff x="1779150" y="2604263"/>
              <a:chExt cx="3811875" cy="127113"/>
            </a:xfrm>
          </p:grpSpPr>
          <p:sp>
            <p:nvSpPr>
              <p:cNvPr id="1147" name="Google Shape;1147;p49">
                <a:extLst>
                  <a:ext uri="{FF2B5EF4-FFF2-40B4-BE49-F238E27FC236}">
                    <a16:creationId xmlns:a16="http://schemas.microsoft.com/office/drawing/2014/main" id="{1C0F39BC-3ECD-B33B-BE40-4A984AA46B19}"/>
                  </a:ext>
                </a:extLst>
              </p:cNvPr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avLst/>
                <a:gdLst/>
                <a:ahLst/>
                <a:cxnLst/>
                <a:rect l="l" t="t" r="r" b="b"/>
                <a:pathLst>
                  <a:path w="150207" h="4037" extrusionOk="0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s-MX" noProof="0" dirty="0"/>
              </a:p>
            </p:txBody>
          </p:sp>
          <p:sp>
            <p:nvSpPr>
              <p:cNvPr id="1148" name="Google Shape;1148;p49">
                <a:extLst>
                  <a:ext uri="{FF2B5EF4-FFF2-40B4-BE49-F238E27FC236}">
                    <a16:creationId xmlns:a16="http://schemas.microsoft.com/office/drawing/2014/main" id="{C56FE281-F3C6-B274-2EAF-80268E97AD9A}"/>
                  </a:ext>
                </a:extLst>
              </p:cNvPr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MX" noProof="0" dirty="0"/>
              </a:p>
            </p:txBody>
          </p:sp>
        </p:grpSp>
        <p:grpSp>
          <p:nvGrpSpPr>
            <p:cNvPr id="1149" name="Google Shape;1149;p49">
              <a:extLst>
                <a:ext uri="{FF2B5EF4-FFF2-40B4-BE49-F238E27FC236}">
                  <a16:creationId xmlns:a16="http://schemas.microsoft.com/office/drawing/2014/main" id="{59EA5F0A-8079-E887-4489-77A8075710C6}"/>
                </a:ext>
              </a:extLst>
            </p:cNvPr>
            <p:cNvGrpSpPr/>
            <p:nvPr/>
          </p:nvGrpSpPr>
          <p:grpSpPr>
            <a:xfrm>
              <a:off x="-856941" y="773805"/>
              <a:ext cx="2877996" cy="223763"/>
              <a:chOff x="1748550" y="2064750"/>
              <a:chExt cx="3573375" cy="277863"/>
            </a:xfrm>
          </p:grpSpPr>
          <p:sp>
            <p:nvSpPr>
              <p:cNvPr id="1150" name="Google Shape;1150;p49">
                <a:extLst>
                  <a:ext uri="{FF2B5EF4-FFF2-40B4-BE49-F238E27FC236}">
                    <a16:creationId xmlns:a16="http://schemas.microsoft.com/office/drawing/2014/main" id="{BEF4251E-578C-9F03-9C0B-4FE1CF8D8333}"/>
                  </a:ext>
                </a:extLst>
              </p:cNvPr>
              <p:cNvSpPr/>
              <p:nvPr/>
            </p:nvSpPr>
            <p:spPr>
              <a:xfrm>
                <a:off x="1748550" y="2064750"/>
                <a:ext cx="3516675" cy="253825"/>
              </a:xfrm>
              <a:custGeom>
                <a:avLst/>
                <a:gdLst/>
                <a:ahLst/>
                <a:cxnLst/>
                <a:rect l="l" t="t" r="r" b="b"/>
                <a:pathLst>
                  <a:path w="140667" h="10153" extrusionOk="0">
                    <a:moveTo>
                      <a:pt x="0" y="0"/>
                    </a:moveTo>
                    <a:lnTo>
                      <a:pt x="67520" y="0"/>
                    </a:lnTo>
                    <a:lnTo>
                      <a:pt x="77673" y="10153"/>
                    </a:lnTo>
                    <a:lnTo>
                      <a:pt x="140667" y="10153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s-MX" noProof="0" dirty="0"/>
              </a:p>
            </p:txBody>
          </p:sp>
          <p:sp>
            <p:nvSpPr>
              <p:cNvPr id="1151" name="Google Shape;1151;p49">
                <a:extLst>
                  <a:ext uri="{FF2B5EF4-FFF2-40B4-BE49-F238E27FC236}">
                    <a16:creationId xmlns:a16="http://schemas.microsoft.com/office/drawing/2014/main" id="{1881E30F-84A5-863C-91E2-C01F714D94DF}"/>
                  </a:ext>
                </a:extLst>
              </p:cNvPr>
              <p:cNvSpPr/>
              <p:nvPr/>
            </p:nvSpPr>
            <p:spPr>
              <a:xfrm>
                <a:off x="5265225" y="228591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MX" noProof="0" dirty="0"/>
              </a:p>
            </p:txBody>
          </p:sp>
        </p:grpSp>
        <p:grpSp>
          <p:nvGrpSpPr>
            <p:cNvPr id="1152" name="Google Shape;1152;p49">
              <a:extLst>
                <a:ext uri="{FF2B5EF4-FFF2-40B4-BE49-F238E27FC236}">
                  <a16:creationId xmlns:a16="http://schemas.microsoft.com/office/drawing/2014/main" id="{09C2F6CF-1A5E-4D02-DFED-84CCBBD2B2B2}"/>
                </a:ext>
              </a:extLst>
            </p:cNvPr>
            <p:cNvGrpSpPr/>
            <p:nvPr/>
          </p:nvGrpSpPr>
          <p:grpSpPr>
            <a:xfrm>
              <a:off x="-856882" y="656496"/>
              <a:ext cx="2430997" cy="185534"/>
              <a:chOff x="1748547" y="1392116"/>
              <a:chExt cx="5911958" cy="451312"/>
            </a:xfrm>
          </p:grpSpPr>
          <p:sp>
            <p:nvSpPr>
              <p:cNvPr id="1153" name="Google Shape;1153;p49">
                <a:extLst>
                  <a:ext uri="{FF2B5EF4-FFF2-40B4-BE49-F238E27FC236}">
                    <a16:creationId xmlns:a16="http://schemas.microsoft.com/office/drawing/2014/main" id="{1CD26B74-8536-D531-7AB8-387B01D5BACC}"/>
                  </a:ext>
                </a:extLst>
              </p:cNvPr>
              <p:cNvSpPr/>
              <p:nvPr/>
            </p:nvSpPr>
            <p:spPr>
              <a:xfrm>
                <a:off x="1748547" y="1392116"/>
                <a:ext cx="5793758" cy="395567"/>
              </a:xfrm>
              <a:custGeom>
                <a:avLst/>
                <a:gdLst/>
                <a:ahLst/>
                <a:cxnLst/>
                <a:rect l="l" t="t" r="r" b="b"/>
                <a:pathLst>
                  <a:path w="111066" h="7583" extrusionOk="0">
                    <a:moveTo>
                      <a:pt x="0" y="0"/>
                    </a:moveTo>
                    <a:lnTo>
                      <a:pt x="79263" y="0"/>
                    </a:lnTo>
                    <a:lnTo>
                      <a:pt x="86847" y="7583"/>
                    </a:lnTo>
                    <a:lnTo>
                      <a:pt x="111066" y="7583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s-MX" noProof="0" dirty="0"/>
              </a:p>
            </p:txBody>
          </p:sp>
          <p:sp>
            <p:nvSpPr>
              <p:cNvPr id="1154" name="Google Shape;1154;p49">
                <a:extLst>
                  <a:ext uri="{FF2B5EF4-FFF2-40B4-BE49-F238E27FC236}">
                    <a16:creationId xmlns:a16="http://schemas.microsoft.com/office/drawing/2014/main" id="{3D0FFDC0-83CE-682C-92A4-7827A8800525}"/>
                  </a:ext>
                </a:extLst>
              </p:cNvPr>
              <p:cNvSpPr/>
              <p:nvPr/>
            </p:nvSpPr>
            <p:spPr>
              <a:xfrm>
                <a:off x="7542305" y="1725228"/>
                <a:ext cx="118200" cy="118200"/>
              </a:xfrm>
              <a:prstGeom prst="ellipse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MX" noProof="0" dirty="0"/>
              </a:p>
            </p:txBody>
          </p:sp>
        </p:grpSp>
        <p:grpSp>
          <p:nvGrpSpPr>
            <p:cNvPr id="1155" name="Google Shape;1155;p49">
              <a:extLst>
                <a:ext uri="{FF2B5EF4-FFF2-40B4-BE49-F238E27FC236}">
                  <a16:creationId xmlns:a16="http://schemas.microsoft.com/office/drawing/2014/main" id="{2DBB6F42-24D2-40E3-6678-214F9E975ED5}"/>
                </a:ext>
              </a:extLst>
            </p:cNvPr>
            <p:cNvGrpSpPr/>
            <p:nvPr/>
          </p:nvGrpSpPr>
          <p:grpSpPr>
            <a:xfrm>
              <a:off x="-842187" y="1064790"/>
              <a:ext cx="3010303" cy="45661"/>
              <a:chOff x="1766900" y="2869225"/>
              <a:chExt cx="3737650" cy="56700"/>
            </a:xfrm>
          </p:grpSpPr>
          <p:cxnSp>
            <p:nvCxnSpPr>
              <p:cNvPr id="1156" name="Google Shape;1156;p49">
                <a:extLst>
                  <a:ext uri="{FF2B5EF4-FFF2-40B4-BE49-F238E27FC236}">
                    <a16:creationId xmlns:a16="http://schemas.microsoft.com/office/drawing/2014/main" id="{9608CD3B-DE49-5CCE-BCEF-09FDC40BC0F4}"/>
                  </a:ext>
                </a:extLst>
              </p:cNvPr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157" name="Google Shape;1157;p49">
                <a:extLst>
                  <a:ext uri="{FF2B5EF4-FFF2-40B4-BE49-F238E27FC236}">
                    <a16:creationId xmlns:a16="http://schemas.microsoft.com/office/drawing/2014/main" id="{E3CE1EE5-00B0-21E8-4094-55AD9E821C30}"/>
                  </a:ext>
                </a:extLst>
              </p:cNvPr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MX" noProof="0" dirty="0"/>
              </a:p>
            </p:txBody>
          </p:sp>
        </p:grpSp>
      </p:grpSp>
      <p:grpSp>
        <p:nvGrpSpPr>
          <p:cNvPr id="1158" name="Google Shape;1158;p49">
            <a:extLst>
              <a:ext uri="{FF2B5EF4-FFF2-40B4-BE49-F238E27FC236}">
                <a16:creationId xmlns:a16="http://schemas.microsoft.com/office/drawing/2014/main" id="{CF262E48-EC87-286E-1D2B-6F0258871AC5}"/>
              </a:ext>
            </a:extLst>
          </p:cNvPr>
          <p:cNvGrpSpPr/>
          <p:nvPr/>
        </p:nvGrpSpPr>
        <p:grpSpPr>
          <a:xfrm>
            <a:off x="-1892403" y="269477"/>
            <a:ext cx="3427062" cy="540036"/>
            <a:chOff x="-1366378" y="3596340"/>
            <a:chExt cx="3427062" cy="540036"/>
          </a:xfrm>
        </p:grpSpPr>
        <p:grpSp>
          <p:nvGrpSpPr>
            <p:cNvPr id="1159" name="Google Shape;1159;p49">
              <a:extLst>
                <a:ext uri="{FF2B5EF4-FFF2-40B4-BE49-F238E27FC236}">
                  <a16:creationId xmlns:a16="http://schemas.microsoft.com/office/drawing/2014/main" id="{6C261D17-62E4-BB60-FEE4-9FD60BC39256}"/>
                </a:ext>
              </a:extLst>
            </p:cNvPr>
            <p:cNvGrpSpPr/>
            <p:nvPr/>
          </p:nvGrpSpPr>
          <p:grpSpPr>
            <a:xfrm>
              <a:off x="-1366378" y="4034012"/>
              <a:ext cx="3070084" cy="102364"/>
              <a:chOff x="1779150" y="2604263"/>
              <a:chExt cx="3811875" cy="127113"/>
            </a:xfrm>
          </p:grpSpPr>
          <p:sp>
            <p:nvSpPr>
              <p:cNvPr id="1160" name="Google Shape;1160;p49">
                <a:extLst>
                  <a:ext uri="{FF2B5EF4-FFF2-40B4-BE49-F238E27FC236}">
                    <a16:creationId xmlns:a16="http://schemas.microsoft.com/office/drawing/2014/main" id="{18DC1D47-A46C-91EC-40A0-D68EDA1D031F}"/>
                  </a:ext>
                </a:extLst>
              </p:cNvPr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avLst/>
                <a:gdLst/>
                <a:ahLst/>
                <a:cxnLst/>
                <a:rect l="l" t="t" r="r" b="b"/>
                <a:pathLst>
                  <a:path w="150207" h="4037" extrusionOk="0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s-MX" noProof="0" dirty="0"/>
              </a:p>
            </p:txBody>
          </p:sp>
          <p:sp>
            <p:nvSpPr>
              <p:cNvPr id="1161" name="Google Shape;1161;p49">
                <a:extLst>
                  <a:ext uri="{FF2B5EF4-FFF2-40B4-BE49-F238E27FC236}">
                    <a16:creationId xmlns:a16="http://schemas.microsoft.com/office/drawing/2014/main" id="{0525FC15-F2B7-5CDD-426D-6CA4974D7787}"/>
                  </a:ext>
                </a:extLst>
              </p:cNvPr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s-MX" noProof="0" dirty="0"/>
              </a:p>
            </p:txBody>
          </p:sp>
        </p:grpSp>
        <p:grpSp>
          <p:nvGrpSpPr>
            <p:cNvPr id="1162" name="Google Shape;1162;p49">
              <a:extLst>
                <a:ext uri="{FF2B5EF4-FFF2-40B4-BE49-F238E27FC236}">
                  <a16:creationId xmlns:a16="http://schemas.microsoft.com/office/drawing/2014/main" id="{B9B3B077-18BC-7283-9CBC-3CC2EA2BE5D0}"/>
                </a:ext>
              </a:extLst>
            </p:cNvPr>
            <p:cNvGrpSpPr/>
            <p:nvPr/>
          </p:nvGrpSpPr>
          <p:grpSpPr>
            <a:xfrm flipH="1">
              <a:off x="-949619" y="3596340"/>
              <a:ext cx="3010303" cy="380635"/>
              <a:chOff x="5446772" y="1743190"/>
              <a:chExt cx="3010303" cy="380635"/>
            </a:xfrm>
          </p:grpSpPr>
          <p:grpSp>
            <p:nvGrpSpPr>
              <p:cNvPr id="1163" name="Google Shape;1163;p49">
                <a:extLst>
                  <a:ext uri="{FF2B5EF4-FFF2-40B4-BE49-F238E27FC236}">
                    <a16:creationId xmlns:a16="http://schemas.microsoft.com/office/drawing/2014/main" id="{530418A0-C617-FACC-B193-6211A0A9C0DC}"/>
                  </a:ext>
                </a:extLst>
              </p:cNvPr>
              <p:cNvGrpSpPr/>
              <p:nvPr/>
            </p:nvGrpSpPr>
            <p:grpSpPr>
              <a:xfrm flipH="1">
                <a:off x="5898325" y="1865405"/>
                <a:ext cx="1567047" cy="45661"/>
                <a:chOff x="1754675" y="2661275"/>
                <a:chExt cx="1945675" cy="56700"/>
              </a:xfrm>
            </p:grpSpPr>
            <p:cxnSp>
              <p:nvCxnSpPr>
                <p:cNvPr id="1164" name="Google Shape;1164;p49">
                  <a:extLst>
                    <a:ext uri="{FF2B5EF4-FFF2-40B4-BE49-F238E27FC236}">
                      <a16:creationId xmlns:a16="http://schemas.microsoft.com/office/drawing/2014/main" id="{8C55125C-029B-7C64-3FC6-CFE2EA3C5458}"/>
                    </a:ext>
                  </a:extLst>
                </p:cNvPr>
                <p:cNvCxnSpPr/>
                <p:nvPr/>
              </p:nvCxnSpPr>
              <p:spPr>
                <a:xfrm>
                  <a:off x="1754675" y="2689625"/>
                  <a:ext cx="1896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1165" name="Google Shape;1165;p49">
                  <a:extLst>
                    <a:ext uri="{FF2B5EF4-FFF2-40B4-BE49-F238E27FC236}">
                      <a16:creationId xmlns:a16="http://schemas.microsoft.com/office/drawing/2014/main" id="{8530BAFF-0576-1E98-97E5-5609D2AC110B}"/>
                    </a:ext>
                  </a:extLst>
                </p:cNvPr>
                <p:cNvSpPr/>
                <p:nvPr/>
              </p:nvSpPr>
              <p:spPr>
                <a:xfrm>
                  <a:off x="3643650" y="2661275"/>
                  <a:ext cx="56700" cy="567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s-MX" noProof="0" dirty="0"/>
                </a:p>
              </p:txBody>
            </p:sp>
          </p:grpSp>
          <p:grpSp>
            <p:nvGrpSpPr>
              <p:cNvPr id="1166" name="Google Shape;1166;p49">
                <a:extLst>
                  <a:ext uri="{FF2B5EF4-FFF2-40B4-BE49-F238E27FC236}">
                    <a16:creationId xmlns:a16="http://schemas.microsoft.com/office/drawing/2014/main" id="{6787743F-F9B6-7281-F51E-D684AEBD5E1B}"/>
                  </a:ext>
                </a:extLst>
              </p:cNvPr>
              <p:cNvGrpSpPr/>
              <p:nvPr/>
            </p:nvGrpSpPr>
            <p:grpSpPr>
              <a:xfrm flipH="1">
                <a:off x="5477439" y="1987637"/>
                <a:ext cx="1561280" cy="136187"/>
                <a:chOff x="1754675" y="2824000"/>
                <a:chExt cx="4728285" cy="412439"/>
              </a:xfrm>
            </p:grpSpPr>
            <p:sp>
              <p:nvSpPr>
                <p:cNvPr id="1167" name="Google Shape;1167;p49">
                  <a:extLst>
                    <a:ext uri="{FF2B5EF4-FFF2-40B4-BE49-F238E27FC236}">
                      <a16:creationId xmlns:a16="http://schemas.microsoft.com/office/drawing/2014/main" id="{321EDDA7-35C6-4860-361B-CBB566DF9814}"/>
                    </a:ext>
                  </a:extLst>
                </p:cNvPr>
                <p:cNvSpPr/>
                <p:nvPr/>
              </p:nvSpPr>
              <p:spPr>
                <a:xfrm>
                  <a:off x="1754675" y="2824000"/>
                  <a:ext cx="4593868" cy="35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550" h="5994" extrusionOk="0">
                      <a:moveTo>
                        <a:pt x="0" y="0"/>
                      </a:moveTo>
                      <a:lnTo>
                        <a:pt x="59202" y="0"/>
                      </a:lnTo>
                      <a:lnTo>
                        <a:pt x="65196" y="5994"/>
                      </a:lnTo>
                      <a:lnTo>
                        <a:pt x="77550" y="5994"/>
                      </a:lnTo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es-MX" noProof="0" dirty="0"/>
                </a:p>
              </p:txBody>
            </p:sp>
            <p:sp>
              <p:nvSpPr>
                <p:cNvPr id="1168" name="Google Shape;1168;p49">
                  <a:extLst>
                    <a:ext uri="{FF2B5EF4-FFF2-40B4-BE49-F238E27FC236}">
                      <a16:creationId xmlns:a16="http://schemas.microsoft.com/office/drawing/2014/main" id="{DF481187-E312-63C4-DE5C-6C94D054C59C}"/>
                    </a:ext>
                  </a:extLst>
                </p:cNvPr>
                <p:cNvSpPr/>
                <p:nvPr/>
              </p:nvSpPr>
              <p:spPr>
                <a:xfrm>
                  <a:off x="6348560" y="3102039"/>
                  <a:ext cx="134400" cy="1344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s-MX" noProof="0" dirty="0"/>
                </a:p>
              </p:txBody>
            </p:sp>
          </p:grpSp>
          <p:grpSp>
            <p:nvGrpSpPr>
              <p:cNvPr id="1169" name="Google Shape;1169;p49">
                <a:extLst>
                  <a:ext uri="{FF2B5EF4-FFF2-40B4-BE49-F238E27FC236}">
                    <a16:creationId xmlns:a16="http://schemas.microsoft.com/office/drawing/2014/main" id="{9F4A1A62-B26A-3F25-5168-AF36C69D8330}"/>
                  </a:ext>
                </a:extLst>
              </p:cNvPr>
              <p:cNvGrpSpPr/>
              <p:nvPr/>
            </p:nvGrpSpPr>
            <p:grpSpPr>
              <a:xfrm flipH="1">
                <a:off x="5446772" y="1743190"/>
                <a:ext cx="3010303" cy="45661"/>
                <a:chOff x="1766900" y="2869225"/>
                <a:chExt cx="3737650" cy="56700"/>
              </a:xfrm>
            </p:grpSpPr>
            <p:cxnSp>
              <p:nvCxnSpPr>
                <p:cNvPr id="1170" name="Google Shape;1170;p49">
                  <a:extLst>
                    <a:ext uri="{FF2B5EF4-FFF2-40B4-BE49-F238E27FC236}">
                      <a16:creationId xmlns:a16="http://schemas.microsoft.com/office/drawing/2014/main" id="{A45D808E-3552-4143-319A-74431A42C2D2}"/>
                    </a:ext>
                  </a:extLst>
                </p:cNvPr>
                <p:cNvCxnSpPr/>
                <p:nvPr/>
              </p:nvCxnSpPr>
              <p:spPr>
                <a:xfrm>
                  <a:off x="1766900" y="2897575"/>
                  <a:ext cx="36879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1171" name="Google Shape;1171;p49">
                  <a:extLst>
                    <a:ext uri="{FF2B5EF4-FFF2-40B4-BE49-F238E27FC236}">
                      <a16:creationId xmlns:a16="http://schemas.microsoft.com/office/drawing/2014/main" id="{7B7AA758-0854-0118-476C-F7A981D8C149}"/>
                    </a:ext>
                  </a:extLst>
                </p:cNvPr>
                <p:cNvSpPr/>
                <p:nvPr/>
              </p:nvSpPr>
              <p:spPr>
                <a:xfrm>
                  <a:off x="5447850" y="2869225"/>
                  <a:ext cx="56700" cy="567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es-MX" noProof="0" dirty="0"/>
                </a:p>
              </p:txBody>
            </p:sp>
          </p:grpSp>
        </p:grpSp>
      </p:grpSp>
      <p:pic>
        <p:nvPicPr>
          <p:cNvPr id="9" name="Marcador de posición de imagen 8" descr="Interfaz de usuario gráfica, Diagrama&#10;&#10;El contenido generado por IA puede ser incorrecto.">
            <a:extLst>
              <a:ext uri="{FF2B5EF4-FFF2-40B4-BE49-F238E27FC236}">
                <a16:creationId xmlns:a16="http://schemas.microsoft.com/office/drawing/2014/main" id="{D55A6555-085A-3A73-C3CE-40A9C239EFC2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 rotWithShape="1">
          <a:blip r:embed="rId3"/>
          <a:srcRect l="-20137" r="-20137"/>
          <a:stretch>
            <a:fillRect/>
          </a:stretch>
        </p:blipFill>
        <p:spPr>
          <a:xfrm>
            <a:off x="179872" y="24314"/>
            <a:ext cx="9144000" cy="5143500"/>
          </a:xfrm>
        </p:spPr>
      </p:pic>
    </p:spTree>
    <p:extLst>
      <p:ext uri="{BB962C8B-B14F-4D97-AF65-F5344CB8AC3E}">
        <p14:creationId xmlns:p14="http://schemas.microsoft.com/office/powerpoint/2010/main" val="37043302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2">
          <a:extLst>
            <a:ext uri="{FF2B5EF4-FFF2-40B4-BE49-F238E27FC236}">
              <a16:creationId xmlns:a16="http://schemas.microsoft.com/office/drawing/2014/main" id="{79896E7A-77B2-8A04-B5FE-86AA4DF9E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p43">
            <a:extLst>
              <a:ext uri="{FF2B5EF4-FFF2-40B4-BE49-F238E27FC236}">
                <a16:creationId xmlns:a16="http://schemas.microsoft.com/office/drawing/2014/main" id="{0CB3D0C7-3500-C063-054C-18C6FBE13E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/>
              <a:t>Fases</a:t>
            </a:r>
            <a:endParaRPr lang="es-MX" sz="2600" b="0" noProof="0" dirty="0">
              <a:latin typeface="Poppins Black"/>
              <a:ea typeface="Poppins Black"/>
              <a:cs typeface="Poppins Black"/>
              <a:sym typeface="Poppins Black"/>
            </a:endParaRPr>
          </a:p>
        </p:txBody>
      </p:sp>
      <p:sp>
        <p:nvSpPr>
          <p:cNvPr id="954" name="Google Shape;954;p43">
            <a:extLst>
              <a:ext uri="{FF2B5EF4-FFF2-40B4-BE49-F238E27FC236}">
                <a16:creationId xmlns:a16="http://schemas.microsoft.com/office/drawing/2014/main" id="{895162D2-66D2-4D48-400E-12B8C5268AC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869042" y="2580000"/>
            <a:ext cx="2903358" cy="161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noProof="0" dirty="0"/>
              <a:t>Claude conduce un reconocimiento autónomo, utilizando múltiples herramientas incluyendo automatización de navegador </a:t>
            </a:r>
            <a:r>
              <a:rPr lang="es-MX" noProof="0" dirty="0" err="1"/>
              <a:t>via</a:t>
            </a:r>
            <a:r>
              <a:rPr lang="es-MX" noProof="0" dirty="0"/>
              <a:t> MCP para catalogar sistemáticamente infraestructura, analizar mecanismos de autenticación e identificar potenciales vulnerabilidades a lo largo de múltiples objetivos.</a:t>
            </a:r>
          </a:p>
        </p:txBody>
      </p:sp>
      <p:sp>
        <p:nvSpPr>
          <p:cNvPr id="955" name="Google Shape;955;p43">
            <a:extLst>
              <a:ext uri="{FF2B5EF4-FFF2-40B4-BE49-F238E27FC236}">
                <a16:creationId xmlns:a16="http://schemas.microsoft.com/office/drawing/2014/main" id="{E8322479-28D0-6C96-0BE6-0603AA6D8D83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1371600" y="2580000"/>
            <a:ext cx="3051717" cy="161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noProof="0" dirty="0"/>
              <a:t>Los responsables eligieron a sus objetivos teniendo que convencer a Claude para iniciar el ataque. La clave fue el juego de rol, convencieron a Claude que eran empleados legítimos de sus objetivos y que el ataque era una especie de “Defensive </a:t>
            </a:r>
            <a:r>
              <a:rPr lang="es-MX" noProof="0" dirty="0" err="1"/>
              <a:t>Cybersecurity</a:t>
            </a:r>
            <a:r>
              <a:rPr lang="es-MX" noProof="0" dirty="0"/>
              <a:t> </a:t>
            </a:r>
            <a:r>
              <a:rPr lang="es-MX" noProof="0" dirty="0" err="1"/>
              <a:t>testing</a:t>
            </a:r>
            <a:r>
              <a:rPr lang="es-MX" noProof="0" dirty="0"/>
              <a:t>”.</a:t>
            </a:r>
          </a:p>
        </p:txBody>
      </p:sp>
      <p:sp>
        <p:nvSpPr>
          <p:cNvPr id="956" name="Google Shape;956;p43">
            <a:extLst>
              <a:ext uri="{FF2B5EF4-FFF2-40B4-BE49-F238E27FC236}">
                <a16:creationId xmlns:a16="http://schemas.microsoft.com/office/drawing/2014/main" id="{9DC93806-0944-4A0E-194D-F6CD7FF81D88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1729820" y="2027700"/>
            <a:ext cx="25356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noProof="0" dirty="0"/>
              <a:t>Fase 1: Inicio de la campaña y selección de objetivos</a:t>
            </a:r>
          </a:p>
        </p:txBody>
      </p:sp>
      <p:sp>
        <p:nvSpPr>
          <p:cNvPr id="957" name="Google Shape;957;p43">
            <a:extLst>
              <a:ext uri="{FF2B5EF4-FFF2-40B4-BE49-F238E27FC236}">
                <a16:creationId xmlns:a16="http://schemas.microsoft.com/office/drawing/2014/main" id="{2CC9A012-3F7E-072F-370A-F32BD07E5785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4869042" y="2208675"/>
            <a:ext cx="25356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noProof="0" dirty="0"/>
              <a:t>Fase 2: Reconocimiento y mapeo de la superficie del ataque</a:t>
            </a:r>
          </a:p>
        </p:txBody>
      </p:sp>
      <p:sp>
        <p:nvSpPr>
          <p:cNvPr id="958" name="Google Shape;958;p43">
            <a:extLst>
              <a:ext uri="{FF2B5EF4-FFF2-40B4-BE49-F238E27FC236}">
                <a16:creationId xmlns:a16="http://schemas.microsoft.com/office/drawing/2014/main" id="{4ED31AE7-D552-2CCA-3DDE-F2CE854C59B7}"/>
              </a:ext>
            </a:extLst>
          </p:cNvPr>
          <p:cNvSpPr/>
          <p:nvPr/>
        </p:nvSpPr>
        <p:spPr>
          <a:xfrm>
            <a:off x="2723645" y="1500100"/>
            <a:ext cx="567000" cy="56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0" dirty="0"/>
          </a:p>
        </p:txBody>
      </p:sp>
      <p:sp>
        <p:nvSpPr>
          <p:cNvPr id="959" name="Google Shape;959;p43">
            <a:extLst>
              <a:ext uri="{FF2B5EF4-FFF2-40B4-BE49-F238E27FC236}">
                <a16:creationId xmlns:a16="http://schemas.microsoft.com/office/drawing/2014/main" id="{82140623-5355-EB48-8F72-75ED0B536428}"/>
              </a:ext>
            </a:extLst>
          </p:cNvPr>
          <p:cNvSpPr/>
          <p:nvPr/>
        </p:nvSpPr>
        <p:spPr>
          <a:xfrm>
            <a:off x="5853342" y="1500113"/>
            <a:ext cx="567000" cy="56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0" dirty="0"/>
          </a:p>
        </p:txBody>
      </p:sp>
      <p:sp>
        <p:nvSpPr>
          <p:cNvPr id="960" name="Google Shape;960;p43">
            <a:extLst>
              <a:ext uri="{FF2B5EF4-FFF2-40B4-BE49-F238E27FC236}">
                <a16:creationId xmlns:a16="http://schemas.microsoft.com/office/drawing/2014/main" id="{964A0449-9B61-6826-D785-30ED4089F9A3}"/>
              </a:ext>
            </a:extLst>
          </p:cNvPr>
          <p:cNvSpPr/>
          <p:nvPr/>
        </p:nvSpPr>
        <p:spPr>
          <a:xfrm>
            <a:off x="5966005" y="1614163"/>
            <a:ext cx="341675" cy="338900"/>
          </a:xfrm>
          <a:custGeom>
            <a:avLst/>
            <a:gdLst/>
            <a:ahLst/>
            <a:cxnLst/>
            <a:rect l="l" t="t" r="r" b="b"/>
            <a:pathLst>
              <a:path w="13667" h="13556" extrusionOk="0">
                <a:moveTo>
                  <a:pt x="7857" y="3499"/>
                </a:moveTo>
                <a:cubicBezTo>
                  <a:pt x="8037" y="3556"/>
                  <a:pt x="8216" y="3639"/>
                  <a:pt x="8382" y="3722"/>
                </a:cubicBezTo>
                <a:lnTo>
                  <a:pt x="8382" y="4329"/>
                </a:lnTo>
                <a:cubicBezTo>
                  <a:pt x="8216" y="4220"/>
                  <a:pt x="8037" y="4137"/>
                  <a:pt x="7857" y="4067"/>
                </a:cubicBezTo>
                <a:lnTo>
                  <a:pt x="7857" y="3499"/>
                </a:lnTo>
                <a:close/>
                <a:moveTo>
                  <a:pt x="7330" y="2434"/>
                </a:moveTo>
                <a:lnTo>
                  <a:pt x="7330" y="7304"/>
                </a:lnTo>
                <a:lnTo>
                  <a:pt x="6267" y="7304"/>
                </a:lnTo>
                <a:lnTo>
                  <a:pt x="6267" y="2434"/>
                </a:lnTo>
                <a:close/>
                <a:moveTo>
                  <a:pt x="7857" y="4648"/>
                </a:moveTo>
                <a:cubicBezTo>
                  <a:pt x="8050" y="4731"/>
                  <a:pt x="8229" y="4854"/>
                  <a:pt x="8382" y="4993"/>
                </a:cubicBezTo>
                <a:lnTo>
                  <a:pt x="8382" y="7304"/>
                </a:lnTo>
                <a:lnTo>
                  <a:pt x="7857" y="7304"/>
                </a:lnTo>
                <a:lnTo>
                  <a:pt x="7857" y="4648"/>
                </a:lnTo>
                <a:close/>
                <a:moveTo>
                  <a:pt x="9972" y="525"/>
                </a:moveTo>
                <a:lnTo>
                  <a:pt x="9972" y="7304"/>
                </a:lnTo>
                <a:lnTo>
                  <a:pt x="8923" y="7304"/>
                </a:lnTo>
                <a:lnTo>
                  <a:pt x="8923" y="525"/>
                </a:lnTo>
                <a:close/>
                <a:moveTo>
                  <a:pt x="12628" y="4343"/>
                </a:moveTo>
                <a:lnTo>
                  <a:pt x="12628" y="7304"/>
                </a:lnTo>
                <a:lnTo>
                  <a:pt x="11562" y="7304"/>
                </a:lnTo>
                <a:lnTo>
                  <a:pt x="11562" y="4343"/>
                </a:lnTo>
                <a:close/>
                <a:moveTo>
                  <a:pt x="5740" y="4648"/>
                </a:moveTo>
                <a:lnTo>
                  <a:pt x="5740" y="7304"/>
                </a:lnTo>
                <a:lnTo>
                  <a:pt x="5587" y="7304"/>
                </a:lnTo>
                <a:cubicBezTo>
                  <a:pt x="5451" y="7304"/>
                  <a:pt x="5338" y="7400"/>
                  <a:pt x="5311" y="7539"/>
                </a:cubicBezTo>
                <a:cubicBezTo>
                  <a:pt x="5298" y="7705"/>
                  <a:pt x="5421" y="7841"/>
                  <a:pt x="5574" y="7841"/>
                </a:cubicBezTo>
                <a:lnTo>
                  <a:pt x="8936" y="7841"/>
                </a:lnTo>
                <a:cubicBezTo>
                  <a:pt x="8535" y="8645"/>
                  <a:pt x="7718" y="9156"/>
                  <a:pt x="6805" y="9156"/>
                </a:cubicBezTo>
                <a:cubicBezTo>
                  <a:pt x="4289" y="9143"/>
                  <a:pt x="3512" y="5767"/>
                  <a:pt x="5740" y="4648"/>
                </a:cubicBezTo>
                <a:close/>
                <a:moveTo>
                  <a:pt x="3804" y="9365"/>
                </a:moveTo>
                <a:cubicBezTo>
                  <a:pt x="3927" y="9515"/>
                  <a:pt x="4066" y="9654"/>
                  <a:pt x="4219" y="9780"/>
                </a:cubicBezTo>
                <a:lnTo>
                  <a:pt x="3844" y="10165"/>
                </a:lnTo>
                <a:lnTo>
                  <a:pt x="3416" y="9737"/>
                </a:lnTo>
                <a:lnTo>
                  <a:pt x="3804" y="9365"/>
                </a:lnTo>
                <a:close/>
                <a:moveTo>
                  <a:pt x="5740" y="3499"/>
                </a:moveTo>
                <a:lnTo>
                  <a:pt x="5740" y="4067"/>
                </a:lnTo>
                <a:cubicBezTo>
                  <a:pt x="4621" y="4495"/>
                  <a:pt x="3887" y="5574"/>
                  <a:pt x="3887" y="6776"/>
                </a:cubicBezTo>
                <a:cubicBezTo>
                  <a:pt x="3910" y="8622"/>
                  <a:pt x="5374" y="9676"/>
                  <a:pt x="6841" y="9676"/>
                </a:cubicBezTo>
                <a:cubicBezTo>
                  <a:pt x="7925" y="9676"/>
                  <a:pt x="9011" y="9100"/>
                  <a:pt x="9517" y="7841"/>
                </a:cubicBezTo>
                <a:lnTo>
                  <a:pt x="10085" y="7841"/>
                </a:lnTo>
                <a:cubicBezTo>
                  <a:pt x="9627" y="9252"/>
                  <a:pt x="8312" y="10222"/>
                  <a:pt x="6805" y="10222"/>
                </a:cubicBezTo>
                <a:cubicBezTo>
                  <a:pt x="2891" y="10165"/>
                  <a:pt x="2048" y="4744"/>
                  <a:pt x="5740" y="3499"/>
                </a:cubicBezTo>
                <a:close/>
                <a:moveTo>
                  <a:pt x="3031" y="10095"/>
                </a:moveTo>
                <a:lnTo>
                  <a:pt x="3486" y="10554"/>
                </a:lnTo>
                <a:lnTo>
                  <a:pt x="1288" y="12904"/>
                </a:lnTo>
                <a:cubicBezTo>
                  <a:pt x="1213" y="12985"/>
                  <a:pt x="1102" y="13023"/>
                  <a:pt x="990" y="13023"/>
                </a:cubicBezTo>
                <a:cubicBezTo>
                  <a:pt x="873" y="13023"/>
                  <a:pt x="755" y="12982"/>
                  <a:pt x="677" y="12904"/>
                </a:cubicBezTo>
                <a:cubicBezTo>
                  <a:pt x="524" y="12751"/>
                  <a:pt x="511" y="12449"/>
                  <a:pt x="677" y="12296"/>
                </a:cubicBezTo>
                <a:lnTo>
                  <a:pt x="3031" y="10095"/>
                </a:lnTo>
                <a:close/>
                <a:moveTo>
                  <a:pt x="8657" y="1"/>
                </a:moveTo>
                <a:cubicBezTo>
                  <a:pt x="8508" y="1"/>
                  <a:pt x="8382" y="110"/>
                  <a:pt x="8382" y="263"/>
                </a:cubicBezTo>
                <a:lnTo>
                  <a:pt x="8382" y="3124"/>
                </a:lnTo>
                <a:cubicBezTo>
                  <a:pt x="8216" y="3058"/>
                  <a:pt x="8037" y="3002"/>
                  <a:pt x="7857" y="2945"/>
                </a:cubicBezTo>
                <a:lnTo>
                  <a:pt x="7857" y="2172"/>
                </a:lnTo>
                <a:cubicBezTo>
                  <a:pt x="7857" y="2019"/>
                  <a:pt x="7745" y="1909"/>
                  <a:pt x="7595" y="1909"/>
                </a:cubicBezTo>
                <a:lnTo>
                  <a:pt x="6002" y="1909"/>
                </a:lnTo>
                <a:cubicBezTo>
                  <a:pt x="5852" y="1909"/>
                  <a:pt x="5740" y="2019"/>
                  <a:pt x="5740" y="2172"/>
                </a:cubicBezTo>
                <a:lnTo>
                  <a:pt x="5740" y="2945"/>
                </a:lnTo>
                <a:cubicBezTo>
                  <a:pt x="3167" y="3639"/>
                  <a:pt x="2005" y="6749"/>
                  <a:pt x="3472" y="8950"/>
                </a:cubicBezTo>
                <a:lnTo>
                  <a:pt x="305" y="11921"/>
                </a:lnTo>
                <a:cubicBezTo>
                  <a:pt x="126" y="12087"/>
                  <a:pt x="27" y="12323"/>
                  <a:pt x="13" y="12572"/>
                </a:cubicBezTo>
                <a:cubicBezTo>
                  <a:pt x="0" y="13098"/>
                  <a:pt x="446" y="13556"/>
                  <a:pt x="953" y="13556"/>
                </a:cubicBezTo>
                <a:cubicBezTo>
                  <a:pt x="967" y="13556"/>
                  <a:pt x="982" y="13555"/>
                  <a:pt x="996" y="13554"/>
                </a:cubicBezTo>
                <a:cubicBezTo>
                  <a:pt x="1258" y="13554"/>
                  <a:pt x="1494" y="13458"/>
                  <a:pt x="1660" y="13279"/>
                </a:cubicBezTo>
                <a:lnTo>
                  <a:pt x="4634" y="10112"/>
                </a:lnTo>
                <a:cubicBezTo>
                  <a:pt x="5292" y="10551"/>
                  <a:pt x="6033" y="10753"/>
                  <a:pt x="6766" y="10753"/>
                </a:cubicBezTo>
                <a:cubicBezTo>
                  <a:pt x="8480" y="10753"/>
                  <a:pt x="10152" y="9644"/>
                  <a:pt x="10636" y="7841"/>
                </a:cubicBezTo>
                <a:lnTo>
                  <a:pt x="13322" y="7841"/>
                </a:lnTo>
                <a:cubicBezTo>
                  <a:pt x="13667" y="7828"/>
                  <a:pt x="13667" y="7317"/>
                  <a:pt x="13322" y="7304"/>
                </a:cubicBezTo>
                <a:lnTo>
                  <a:pt x="13156" y="7304"/>
                </a:lnTo>
                <a:lnTo>
                  <a:pt x="13156" y="4080"/>
                </a:lnTo>
                <a:cubicBezTo>
                  <a:pt x="13156" y="3928"/>
                  <a:pt x="13043" y="3818"/>
                  <a:pt x="12890" y="3818"/>
                </a:cubicBezTo>
                <a:lnTo>
                  <a:pt x="11300" y="3818"/>
                </a:lnTo>
                <a:cubicBezTo>
                  <a:pt x="11147" y="3818"/>
                  <a:pt x="11038" y="3928"/>
                  <a:pt x="11038" y="4080"/>
                </a:cubicBezTo>
                <a:lnTo>
                  <a:pt x="11038" y="7304"/>
                </a:lnTo>
                <a:lnTo>
                  <a:pt x="10513" y="7304"/>
                </a:lnTo>
                <a:lnTo>
                  <a:pt x="10513" y="263"/>
                </a:lnTo>
                <a:cubicBezTo>
                  <a:pt x="10513" y="110"/>
                  <a:pt x="10387" y="1"/>
                  <a:pt x="10234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0" dirty="0"/>
          </a:p>
        </p:txBody>
      </p:sp>
      <p:sp>
        <p:nvSpPr>
          <p:cNvPr id="961" name="Google Shape;961;p43">
            <a:extLst>
              <a:ext uri="{FF2B5EF4-FFF2-40B4-BE49-F238E27FC236}">
                <a16:creationId xmlns:a16="http://schemas.microsoft.com/office/drawing/2014/main" id="{074BCE9C-D7C2-9BC0-4455-7D3E80DD847B}"/>
              </a:ext>
            </a:extLst>
          </p:cNvPr>
          <p:cNvSpPr/>
          <p:nvPr/>
        </p:nvSpPr>
        <p:spPr>
          <a:xfrm>
            <a:off x="2831120" y="1631338"/>
            <a:ext cx="352050" cy="304525"/>
          </a:xfrm>
          <a:custGeom>
            <a:avLst/>
            <a:gdLst/>
            <a:ahLst/>
            <a:cxnLst/>
            <a:rect l="l" t="t" r="r" b="b"/>
            <a:pathLst>
              <a:path w="14082" h="12181" extrusionOk="0">
                <a:moveTo>
                  <a:pt x="3252" y="539"/>
                </a:moveTo>
                <a:cubicBezTo>
                  <a:pt x="4005" y="539"/>
                  <a:pt x="4759" y="625"/>
                  <a:pt x="5285" y="798"/>
                </a:cubicBezTo>
                <a:cubicBezTo>
                  <a:pt x="5810" y="964"/>
                  <a:pt x="5976" y="1143"/>
                  <a:pt x="5976" y="1213"/>
                </a:cubicBezTo>
                <a:cubicBezTo>
                  <a:pt x="5700" y="1711"/>
                  <a:pt x="4067" y="1877"/>
                  <a:pt x="3250" y="1877"/>
                </a:cubicBezTo>
                <a:cubicBezTo>
                  <a:pt x="3223" y="1877"/>
                  <a:pt x="3195" y="1877"/>
                  <a:pt x="3165" y="1877"/>
                </a:cubicBezTo>
                <a:cubicBezTo>
                  <a:pt x="2339" y="1877"/>
                  <a:pt x="794" y="1694"/>
                  <a:pt x="528" y="1213"/>
                </a:cubicBezTo>
                <a:cubicBezTo>
                  <a:pt x="528" y="1143"/>
                  <a:pt x="694" y="964"/>
                  <a:pt x="1219" y="798"/>
                </a:cubicBezTo>
                <a:cubicBezTo>
                  <a:pt x="1745" y="625"/>
                  <a:pt x="2498" y="539"/>
                  <a:pt x="3252" y="539"/>
                </a:cubicBezTo>
                <a:close/>
                <a:moveTo>
                  <a:pt x="5989" y="1903"/>
                </a:moveTo>
                <a:lnTo>
                  <a:pt x="5989" y="2707"/>
                </a:lnTo>
                <a:cubicBezTo>
                  <a:pt x="5711" y="3199"/>
                  <a:pt x="4184" y="3371"/>
                  <a:pt x="3357" y="3371"/>
                </a:cubicBezTo>
                <a:cubicBezTo>
                  <a:pt x="3326" y="3371"/>
                  <a:pt x="3296" y="3371"/>
                  <a:pt x="3267" y="3370"/>
                </a:cubicBezTo>
                <a:cubicBezTo>
                  <a:pt x="3239" y="3371"/>
                  <a:pt x="3210" y="3371"/>
                  <a:pt x="3180" y="3371"/>
                </a:cubicBezTo>
                <a:cubicBezTo>
                  <a:pt x="2340" y="3371"/>
                  <a:pt x="808" y="3188"/>
                  <a:pt x="541" y="2707"/>
                </a:cubicBezTo>
                <a:lnTo>
                  <a:pt x="541" y="1903"/>
                </a:lnTo>
                <a:cubicBezTo>
                  <a:pt x="1177" y="2243"/>
                  <a:pt x="2221" y="2414"/>
                  <a:pt x="3265" y="2414"/>
                </a:cubicBezTo>
                <a:cubicBezTo>
                  <a:pt x="4309" y="2414"/>
                  <a:pt x="5353" y="2243"/>
                  <a:pt x="5989" y="1903"/>
                </a:cubicBezTo>
                <a:close/>
                <a:moveTo>
                  <a:pt x="5989" y="3397"/>
                </a:moveTo>
                <a:lnTo>
                  <a:pt x="5989" y="4200"/>
                </a:lnTo>
                <a:cubicBezTo>
                  <a:pt x="5711" y="4693"/>
                  <a:pt x="4184" y="4865"/>
                  <a:pt x="3357" y="4865"/>
                </a:cubicBezTo>
                <a:cubicBezTo>
                  <a:pt x="3326" y="4865"/>
                  <a:pt x="3296" y="4865"/>
                  <a:pt x="3267" y="4864"/>
                </a:cubicBezTo>
                <a:cubicBezTo>
                  <a:pt x="3237" y="4865"/>
                  <a:pt x="3206" y="4865"/>
                  <a:pt x="3174" y="4865"/>
                </a:cubicBezTo>
                <a:cubicBezTo>
                  <a:pt x="2333" y="4865"/>
                  <a:pt x="807" y="4693"/>
                  <a:pt x="541" y="4200"/>
                </a:cubicBezTo>
                <a:lnTo>
                  <a:pt x="541" y="3397"/>
                </a:lnTo>
                <a:cubicBezTo>
                  <a:pt x="1177" y="3737"/>
                  <a:pt x="2221" y="3907"/>
                  <a:pt x="3265" y="3907"/>
                </a:cubicBezTo>
                <a:cubicBezTo>
                  <a:pt x="4309" y="3907"/>
                  <a:pt x="5353" y="3737"/>
                  <a:pt x="5989" y="3397"/>
                </a:cubicBezTo>
                <a:close/>
                <a:moveTo>
                  <a:pt x="5989" y="4891"/>
                </a:moveTo>
                <a:lnTo>
                  <a:pt x="5989" y="5694"/>
                </a:lnTo>
                <a:cubicBezTo>
                  <a:pt x="5713" y="6205"/>
                  <a:pt x="4053" y="6371"/>
                  <a:pt x="3267" y="6371"/>
                </a:cubicBezTo>
                <a:cubicBezTo>
                  <a:pt x="2463" y="6371"/>
                  <a:pt x="804" y="6205"/>
                  <a:pt x="541" y="5694"/>
                </a:cubicBezTo>
                <a:lnTo>
                  <a:pt x="541" y="4891"/>
                </a:lnTo>
                <a:cubicBezTo>
                  <a:pt x="1177" y="5231"/>
                  <a:pt x="2221" y="5401"/>
                  <a:pt x="3265" y="5401"/>
                </a:cubicBezTo>
                <a:cubicBezTo>
                  <a:pt x="4309" y="5401"/>
                  <a:pt x="5353" y="5231"/>
                  <a:pt x="5989" y="4891"/>
                </a:cubicBezTo>
                <a:close/>
                <a:moveTo>
                  <a:pt x="8176" y="9249"/>
                </a:moveTo>
                <a:cubicBezTo>
                  <a:pt x="8701" y="9263"/>
                  <a:pt x="8701" y="10023"/>
                  <a:pt x="8176" y="10036"/>
                </a:cubicBezTo>
                <a:cubicBezTo>
                  <a:pt x="7954" y="10036"/>
                  <a:pt x="7775" y="9870"/>
                  <a:pt x="7775" y="9651"/>
                </a:cubicBezTo>
                <a:cubicBezTo>
                  <a:pt x="7775" y="9429"/>
                  <a:pt x="7954" y="9249"/>
                  <a:pt x="8176" y="9249"/>
                </a:cubicBezTo>
                <a:close/>
                <a:moveTo>
                  <a:pt x="8209" y="7546"/>
                </a:moveTo>
                <a:cubicBezTo>
                  <a:pt x="8909" y="7546"/>
                  <a:pt x="9613" y="7834"/>
                  <a:pt x="10112" y="8459"/>
                </a:cubicBezTo>
                <a:cubicBezTo>
                  <a:pt x="10164" y="8521"/>
                  <a:pt x="10238" y="8554"/>
                  <a:pt x="10319" y="8554"/>
                </a:cubicBezTo>
                <a:cubicBezTo>
                  <a:pt x="10347" y="8554"/>
                  <a:pt x="10375" y="8550"/>
                  <a:pt x="10404" y="8542"/>
                </a:cubicBezTo>
                <a:cubicBezTo>
                  <a:pt x="10513" y="8506"/>
                  <a:pt x="10624" y="8489"/>
                  <a:pt x="10733" y="8489"/>
                </a:cubicBezTo>
                <a:cubicBezTo>
                  <a:pt x="11329" y="8489"/>
                  <a:pt x="11879" y="8990"/>
                  <a:pt x="11868" y="9621"/>
                </a:cubicBezTo>
                <a:cubicBezTo>
                  <a:pt x="11868" y="9774"/>
                  <a:pt x="11994" y="9887"/>
                  <a:pt x="12147" y="9887"/>
                </a:cubicBezTo>
                <a:cubicBezTo>
                  <a:pt x="13309" y="9927"/>
                  <a:pt x="13309" y="11613"/>
                  <a:pt x="12147" y="11656"/>
                </a:cubicBezTo>
                <a:lnTo>
                  <a:pt x="5604" y="11656"/>
                </a:lnTo>
                <a:cubicBezTo>
                  <a:pt x="4538" y="11630"/>
                  <a:pt x="4412" y="10119"/>
                  <a:pt x="5451" y="9900"/>
                </a:cubicBezTo>
                <a:lnTo>
                  <a:pt x="7290" y="9900"/>
                </a:lnTo>
                <a:cubicBezTo>
                  <a:pt x="7432" y="10350"/>
                  <a:pt x="7803" y="10561"/>
                  <a:pt x="8172" y="10561"/>
                </a:cubicBezTo>
                <a:cubicBezTo>
                  <a:pt x="8631" y="10561"/>
                  <a:pt x="9088" y="10236"/>
                  <a:pt x="9103" y="9638"/>
                </a:cubicBezTo>
                <a:cubicBezTo>
                  <a:pt x="9088" y="9045"/>
                  <a:pt x="8627" y="8717"/>
                  <a:pt x="8166" y="8717"/>
                </a:cubicBezTo>
                <a:cubicBezTo>
                  <a:pt x="7798" y="8717"/>
                  <a:pt x="7431" y="8925"/>
                  <a:pt x="7290" y="9372"/>
                </a:cubicBezTo>
                <a:lnTo>
                  <a:pt x="5770" y="9372"/>
                </a:lnTo>
                <a:cubicBezTo>
                  <a:pt x="6086" y="8213"/>
                  <a:pt x="7143" y="7546"/>
                  <a:pt x="8209" y="7546"/>
                </a:cubicBezTo>
                <a:close/>
                <a:moveTo>
                  <a:pt x="3258" y="0"/>
                </a:moveTo>
                <a:cubicBezTo>
                  <a:pt x="1640" y="0"/>
                  <a:pt x="22" y="404"/>
                  <a:pt x="0" y="1213"/>
                </a:cubicBezTo>
                <a:lnTo>
                  <a:pt x="0" y="5707"/>
                </a:lnTo>
                <a:cubicBezTo>
                  <a:pt x="0" y="6484"/>
                  <a:pt x="1507" y="6856"/>
                  <a:pt x="3001" y="6899"/>
                </a:cubicBezTo>
                <a:lnTo>
                  <a:pt x="3001" y="9638"/>
                </a:lnTo>
                <a:cubicBezTo>
                  <a:pt x="3001" y="9787"/>
                  <a:pt x="3114" y="9900"/>
                  <a:pt x="3267" y="9900"/>
                </a:cubicBezTo>
                <a:lnTo>
                  <a:pt x="4512" y="9900"/>
                </a:lnTo>
                <a:cubicBezTo>
                  <a:pt x="3781" y="10809"/>
                  <a:pt x="4449" y="12181"/>
                  <a:pt x="5600" y="12181"/>
                </a:cubicBezTo>
                <a:cubicBezTo>
                  <a:pt x="5606" y="12181"/>
                  <a:pt x="5611" y="12181"/>
                  <a:pt x="5617" y="12181"/>
                </a:cubicBezTo>
                <a:lnTo>
                  <a:pt x="12160" y="12181"/>
                </a:lnTo>
                <a:cubicBezTo>
                  <a:pt x="13889" y="12141"/>
                  <a:pt x="14082" y="9721"/>
                  <a:pt x="12409" y="9389"/>
                </a:cubicBezTo>
                <a:cubicBezTo>
                  <a:pt x="12298" y="8570"/>
                  <a:pt x="11565" y="7957"/>
                  <a:pt x="10759" y="7957"/>
                </a:cubicBezTo>
                <a:cubicBezTo>
                  <a:pt x="10650" y="7957"/>
                  <a:pt x="10540" y="7968"/>
                  <a:pt x="10430" y="7991"/>
                </a:cubicBezTo>
                <a:cubicBezTo>
                  <a:pt x="9818" y="7322"/>
                  <a:pt x="9011" y="7014"/>
                  <a:pt x="8213" y="7014"/>
                </a:cubicBezTo>
                <a:cubicBezTo>
                  <a:pt x="6867" y="7014"/>
                  <a:pt x="5545" y="7888"/>
                  <a:pt x="5215" y="9372"/>
                </a:cubicBezTo>
                <a:lnTo>
                  <a:pt x="3529" y="9372"/>
                </a:lnTo>
                <a:lnTo>
                  <a:pt x="3529" y="6899"/>
                </a:lnTo>
                <a:cubicBezTo>
                  <a:pt x="5023" y="6856"/>
                  <a:pt x="6517" y="6484"/>
                  <a:pt x="6517" y="5707"/>
                </a:cubicBezTo>
                <a:lnTo>
                  <a:pt x="6517" y="1213"/>
                </a:lnTo>
                <a:cubicBezTo>
                  <a:pt x="6495" y="404"/>
                  <a:pt x="4877" y="0"/>
                  <a:pt x="325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0" dirty="0"/>
          </a:p>
        </p:txBody>
      </p:sp>
    </p:spTree>
    <p:extLst>
      <p:ext uri="{BB962C8B-B14F-4D97-AF65-F5344CB8AC3E}">
        <p14:creationId xmlns:p14="http://schemas.microsoft.com/office/powerpoint/2010/main" val="42682427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2">
          <a:extLst>
            <a:ext uri="{FF2B5EF4-FFF2-40B4-BE49-F238E27FC236}">
              <a16:creationId xmlns:a16="http://schemas.microsoft.com/office/drawing/2014/main" id="{23D212E2-21B8-7035-D90F-5F06AEC84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p43">
            <a:extLst>
              <a:ext uri="{FF2B5EF4-FFF2-40B4-BE49-F238E27FC236}">
                <a16:creationId xmlns:a16="http://schemas.microsoft.com/office/drawing/2014/main" id="{9727914A-482C-FCB1-3EAA-7ADF9F7C7E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600" b="0" noProof="0" dirty="0">
                <a:latin typeface="Poppins Black"/>
                <a:ea typeface="Poppins Black"/>
                <a:cs typeface="Poppins Black"/>
                <a:sym typeface="Poppins Black"/>
              </a:rPr>
              <a:t>Fases</a:t>
            </a:r>
          </a:p>
        </p:txBody>
      </p:sp>
      <p:sp>
        <p:nvSpPr>
          <p:cNvPr id="954" name="Google Shape;954;p43">
            <a:extLst>
              <a:ext uri="{FF2B5EF4-FFF2-40B4-BE49-F238E27FC236}">
                <a16:creationId xmlns:a16="http://schemas.microsoft.com/office/drawing/2014/main" id="{B9687A22-69C3-0467-C884-7C00A6066AA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869042" y="2513325"/>
            <a:ext cx="2535600" cy="161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noProof="0" dirty="0"/>
              <a:t>Al recibir autorización de los operadores, Claude ejecutó una recolección de credenciales a través de las redes objetivo.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/>
              <a:t>El movimiento lateral procedió mediante la enumeración de los sistemas accesibles dirigido por IA utilizando las credenciales robadas.</a:t>
            </a:r>
            <a:endParaRPr lang="es-MX" noProof="0" dirty="0"/>
          </a:p>
        </p:txBody>
      </p:sp>
      <p:sp>
        <p:nvSpPr>
          <p:cNvPr id="955" name="Google Shape;955;p43">
            <a:extLst>
              <a:ext uri="{FF2B5EF4-FFF2-40B4-BE49-F238E27FC236}">
                <a16:creationId xmlns:a16="http://schemas.microsoft.com/office/drawing/2014/main" id="{7EDA4B9F-EA2B-B4FA-0BD0-A6A71AF05A2F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1414130" y="2513325"/>
            <a:ext cx="3157869" cy="161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noProof="0" dirty="0"/>
              <a:t>La explotación consistía de pruebas automatizadas de las superficies de ataque validando mediante llamadas a “</a:t>
            </a:r>
            <a:r>
              <a:rPr lang="es-MX" noProof="0" dirty="0" err="1"/>
              <a:t>callback</a:t>
            </a:r>
            <a:r>
              <a:rPr lang="es-MX" noProof="0" dirty="0"/>
              <a:t> </a:t>
            </a:r>
            <a:r>
              <a:rPr lang="es-MX" noProof="0" dirty="0" err="1"/>
              <a:t>systems</a:t>
            </a:r>
            <a:r>
              <a:rPr lang="es-MX" noProof="0" dirty="0"/>
              <a:t>”. Claude estaba instruido para generar </a:t>
            </a:r>
            <a:r>
              <a:rPr lang="es-MX" noProof="0" dirty="0" err="1"/>
              <a:t>payloads</a:t>
            </a:r>
            <a:r>
              <a:rPr lang="es-MX" noProof="0" dirty="0"/>
              <a:t> para descubrir vulnerabilidades, ejecutar pruebas mediante interfaces remotas y analizar respuestas para determinar </a:t>
            </a:r>
            <a:r>
              <a:rPr lang="es-MX" noProof="0" dirty="0" err="1"/>
              <a:t>explotabilidad</a:t>
            </a:r>
            <a:r>
              <a:rPr lang="es-MX" noProof="0" dirty="0"/>
              <a:t>.</a:t>
            </a:r>
          </a:p>
        </p:txBody>
      </p:sp>
      <p:sp>
        <p:nvSpPr>
          <p:cNvPr id="956" name="Google Shape;956;p43">
            <a:extLst>
              <a:ext uri="{FF2B5EF4-FFF2-40B4-BE49-F238E27FC236}">
                <a16:creationId xmlns:a16="http://schemas.microsoft.com/office/drawing/2014/main" id="{3079A2B9-104E-882D-A637-FA9E76ACF8D7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1732995" y="2151525"/>
            <a:ext cx="25356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noProof="0" dirty="0"/>
              <a:t>Fase 3: Descubrimiento  y validación de vulnerabilidades</a:t>
            </a:r>
          </a:p>
        </p:txBody>
      </p:sp>
      <p:sp>
        <p:nvSpPr>
          <p:cNvPr id="957" name="Google Shape;957;p43">
            <a:extLst>
              <a:ext uri="{FF2B5EF4-FFF2-40B4-BE49-F238E27FC236}">
                <a16:creationId xmlns:a16="http://schemas.microsoft.com/office/drawing/2014/main" id="{55452109-3104-7EF5-6A58-26796BF8AF11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4859517" y="2012192"/>
            <a:ext cx="25356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noProof="0" dirty="0"/>
              <a:t>Fase 4: Movimiento lateral y recolección de credenciales</a:t>
            </a:r>
          </a:p>
        </p:txBody>
      </p:sp>
      <p:sp>
        <p:nvSpPr>
          <p:cNvPr id="958" name="Google Shape;958;p43">
            <a:extLst>
              <a:ext uri="{FF2B5EF4-FFF2-40B4-BE49-F238E27FC236}">
                <a16:creationId xmlns:a16="http://schemas.microsoft.com/office/drawing/2014/main" id="{BF8511B3-E060-005C-53AC-E671CC3BA723}"/>
              </a:ext>
            </a:extLst>
          </p:cNvPr>
          <p:cNvSpPr/>
          <p:nvPr/>
        </p:nvSpPr>
        <p:spPr>
          <a:xfrm>
            <a:off x="2723645" y="1500100"/>
            <a:ext cx="567000" cy="56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 dirty="0"/>
          </a:p>
        </p:txBody>
      </p:sp>
      <p:sp>
        <p:nvSpPr>
          <p:cNvPr id="959" name="Google Shape;959;p43">
            <a:extLst>
              <a:ext uri="{FF2B5EF4-FFF2-40B4-BE49-F238E27FC236}">
                <a16:creationId xmlns:a16="http://schemas.microsoft.com/office/drawing/2014/main" id="{FA6F581D-A2CC-D102-D879-5F6D89668607}"/>
              </a:ext>
            </a:extLst>
          </p:cNvPr>
          <p:cNvSpPr/>
          <p:nvPr/>
        </p:nvSpPr>
        <p:spPr>
          <a:xfrm>
            <a:off x="5853342" y="1500113"/>
            <a:ext cx="567000" cy="56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0" dirty="0"/>
          </a:p>
        </p:txBody>
      </p:sp>
      <p:grpSp>
        <p:nvGrpSpPr>
          <p:cNvPr id="3" name="Google Shape;10038;p84">
            <a:extLst>
              <a:ext uri="{FF2B5EF4-FFF2-40B4-BE49-F238E27FC236}">
                <a16:creationId xmlns:a16="http://schemas.microsoft.com/office/drawing/2014/main" id="{054DB58A-250D-152E-B08D-F74DD2109FFB}"/>
              </a:ext>
            </a:extLst>
          </p:cNvPr>
          <p:cNvGrpSpPr/>
          <p:nvPr/>
        </p:nvGrpSpPr>
        <p:grpSpPr>
          <a:xfrm>
            <a:off x="2866683" y="1614163"/>
            <a:ext cx="280923" cy="315449"/>
            <a:chOff x="6276025" y="3812400"/>
            <a:chExt cx="416800" cy="468025"/>
          </a:xfrm>
          <a:solidFill>
            <a:schemeClr val="tx1"/>
          </a:solidFill>
        </p:grpSpPr>
        <p:sp>
          <p:nvSpPr>
            <p:cNvPr id="4" name="Google Shape;10039;p84">
              <a:extLst>
                <a:ext uri="{FF2B5EF4-FFF2-40B4-BE49-F238E27FC236}">
                  <a16:creationId xmlns:a16="http://schemas.microsoft.com/office/drawing/2014/main" id="{8531B602-BE9B-34ED-3187-153714C03024}"/>
                </a:ext>
              </a:extLst>
            </p:cNvPr>
            <p:cNvSpPr/>
            <p:nvPr/>
          </p:nvSpPr>
          <p:spPr>
            <a:xfrm>
              <a:off x="6276025" y="3812400"/>
              <a:ext cx="416800" cy="468025"/>
            </a:xfrm>
            <a:custGeom>
              <a:avLst/>
              <a:gdLst/>
              <a:ahLst/>
              <a:cxnLst/>
              <a:rect l="l" t="t" r="r" b="b"/>
              <a:pathLst>
                <a:path w="16672" h="18721" extrusionOk="0">
                  <a:moveTo>
                    <a:pt x="8334" y="1132"/>
                  </a:moveTo>
                  <a:cubicBezTo>
                    <a:pt x="12311" y="1132"/>
                    <a:pt x="15536" y="4354"/>
                    <a:pt x="15536" y="8334"/>
                  </a:cubicBezTo>
                  <a:lnTo>
                    <a:pt x="15536" y="8346"/>
                  </a:lnTo>
                  <a:lnTo>
                    <a:pt x="15536" y="11652"/>
                  </a:lnTo>
                  <a:cubicBezTo>
                    <a:pt x="15536" y="12332"/>
                    <a:pt x="15240" y="12981"/>
                    <a:pt x="14724" y="13425"/>
                  </a:cubicBezTo>
                  <a:lnTo>
                    <a:pt x="12849" y="15034"/>
                  </a:lnTo>
                  <a:cubicBezTo>
                    <a:pt x="12725" y="15143"/>
                    <a:pt x="12652" y="15300"/>
                    <a:pt x="12652" y="15466"/>
                  </a:cubicBezTo>
                  <a:lnTo>
                    <a:pt x="12652" y="17588"/>
                  </a:lnTo>
                  <a:lnTo>
                    <a:pt x="11197" y="17588"/>
                  </a:lnTo>
                  <a:lnTo>
                    <a:pt x="11197" y="16254"/>
                  </a:lnTo>
                  <a:cubicBezTo>
                    <a:pt x="11197" y="15943"/>
                    <a:pt x="10943" y="15689"/>
                    <a:pt x="10629" y="15689"/>
                  </a:cubicBezTo>
                  <a:cubicBezTo>
                    <a:pt x="10318" y="15689"/>
                    <a:pt x="10065" y="15943"/>
                    <a:pt x="10065" y="16254"/>
                  </a:cubicBezTo>
                  <a:lnTo>
                    <a:pt x="10065" y="17588"/>
                  </a:lnTo>
                  <a:lnTo>
                    <a:pt x="8902" y="17588"/>
                  </a:lnTo>
                  <a:lnTo>
                    <a:pt x="8902" y="16254"/>
                  </a:lnTo>
                  <a:cubicBezTo>
                    <a:pt x="8902" y="15943"/>
                    <a:pt x="8648" y="15689"/>
                    <a:pt x="8334" y="15689"/>
                  </a:cubicBezTo>
                  <a:cubicBezTo>
                    <a:pt x="8020" y="15689"/>
                    <a:pt x="7770" y="15943"/>
                    <a:pt x="7770" y="16254"/>
                  </a:cubicBezTo>
                  <a:lnTo>
                    <a:pt x="7770" y="17588"/>
                  </a:lnTo>
                  <a:lnTo>
                    <a:pt x="6604" y="17588"/>
                  </a:lnTo>
                  <a:lnTo>
                    <a:pt x="6604" y="16254"/>
                  </a:lnTo>
                  <a:cubicBezTo>
                    <a:pt x="6604" y="15943"/>
                    <a:pt x="6351" y="15689"/>
                    <a:pt x="6040" y="15689"/>
                  </a:cubicBezTo>
                  <a:cubicBezTo>
                    <a:pt x="5726" y="15689"/>
                    <a:pt x="5472" y="15943"/>
                    <a:pt x="5472" y="16254"/>
                  </a:cubicBezTo>
                  <a:lnTo>
                    <a:pt x="5472" y="17588"/>
                  </a:lnTo>
                  <a:lnTo>
                    <a:pt x="4017" y="17588"/>
                  </a:lnTo>
                  <a:lnTo>
                    <a:pt x="4017" y="15466"/>
                  </a:lnTo>
                  <a:cubicBezTo>
                    <a:pt x="4017" y="15300"/>
                    <a:pt x="3944" y="15143"/>
                    <a:pt x="3820" y="15037"/>
                  </a:cubicBezTo>
                  <a:lnTo>
                    <a:pt x="1945" y="13425"/>
                  </a:lnTo>
                  <a:cubicBezTo>
                    <a:pt x="1429" y="12981"/>
                    <a:pt x="1133" y="12335"/>
                    <a:pt x="1133" y="11652"/>
                  </a:cubicBezTo>
                  <a:lnTo>
                    <a:pt x="1133" y="8406"/>
                  </a:lnTo>
                  <a:cubicBezTo>
                    <a:pt x="1133" y="4396"/>
                    <a:pt x="4361" y="1132"/>
                    <a:pt x="8331" y="1132"/>
                  </a:cubicBezTo>
                  <a:close/>
                  <a:moveTo>
                    <a:pt x="8331" y="0"/>
                  </a:moveTo>
                  <a:cubicBezTo>
                    <a:pt x="3736" y="3"/>
                    <a:pt x="1" y="3774"/>
                    <a:pt x="1" y="8409"/>
                  </a:cubicBezTo>
                  <a:lnTo>
                    <a:pt x="1" y="11655"/>
                  </a:lnTo>
                  <a:cubicBezTo>
                    <a:pt x="1" y="12664"/>
                    <a:pt x="442" y="13627"/>
                    <a:pt x="1209" y="14285"/>
                  </a:cubicBezTo>
                  <a:lnTo>
                    <a:pt x="2884" y="15725"/>
                  </a:lnTo>
                  <a:lnTo>
                    <a:pt x="2884" y="18156"/>
                  </a:lnTo>
                  <a:cubicBezTo>
                    <a:pt x="2884" y="18467"/>
                    <a:pt x="3138" y="18721"/>
                    <a:pt x="3449" y="18721"/>
                  </a:cubicBezTo>
                  <a:lnTo>
                    <a:pt x="13220" y="18721"/>
                  </a:lnTo>
                  <a:cubicBezTo>
                    <a:pt x="13531" y="18721"/>
                    <a:pt x="13785" y="18467"/>
                    <a:pt x="13785" y="18156"/>
                  </a:cubicBezTo>
                  <a:lnTo>
                    <a:pt x="13785" y="15725"/>
                  </a:lnTo>
                  <a:lnTo>
                    <a:pt x="15463" y="14282"/>
                  </a:lnTo>
                  <a:cubicBezTo>
                    <a:pt x="16227" y="13624"/>
                    <a:pt x="16671" y="12664"/>
                    <a:pt x="16671" y="11652"/>
                  </a:cubicBezTo>
                  <a:lnTo>
                    <a:pt x="16671" y="8334"/>
                  </a:lnTo>
                  <a:lnTo>
                    <a:pt x="16671" y="8322"/>
                  </a:lnTo>
                  <a:cubicBezTo>
                    <a:pt x="16662" y="3723"/>
                    <a:pt x="12933" y="0"/>
                    <a:pt x="833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MX" sz="1100" dirty="0">
                <a:solidFill>
                  <a:schemeClr val="tx1"/>
                </a:solidFill>
                <a:highlight>
                  <a:srgbClr val="FFFF00"/>
                </a:highlight>
              </a:endParaRPr>
            </a:p>
          </p:txBody>
        </p:sp>
        <p:sp>
          <p:nvSpPr>
            <p:cNvPr id="5" name="Google Shape;10040;p84">
              <a:extLst>
                <a:ext uri="{FF2B5EF4-FFF2-40B4-BE49-F238E27FC236}">
                  <a16:creationId xmlns:a16="http://schemas.microsoft.com/office/drawing/2014/main" id="{B4635310-9F93-B73E-B5A4-D0C8E125FDB1}"/>
                </a:ext>
              </a:extLst>
            </p:cNvPr>
            <p:cNvSpPr/>
            <p:nvPr/>
          </p:nvSpPr>
          <p:spPr>
            <a:xfrm>
              <a:off x="6436375" y="4078825"/>
              <a:ext cx="96025" cy="80400"/>
            </a:xfrm>
            <a:custGeom>
              <a:avLst/>
              <a:gdLst/>
              <a:ahLst/>
              <a:cxnLst/>
              <a:rect l="l" t="t" r="r" b="b"/>
              <a:pathLst>
                <a:path w="3841" h="3216" extrusionOk="0">
                  <a:moveTo>
                    <a:pt x="1922" y="1"/>
                  </a:moveTo>
                  <a:cubicBezTo>
                    <a:pt x="1736" y="1"/>
                    <a:pt x="1551" y="91"/>
                    <a:pt x="1440" y="270"/>
                  </a:cubicBezTo>
                  <a:lnTo>
                    <a:pt x="166" y="2354"/>
                  </a:lnTo>
                  <a:cubicBezTo>
                    <a:pt x="0" y="2623"/>
                    <a:pt x="85" y="2970"/>
                    <a:pt x="350" y="3133"/>
                  </a:cubicBezTo>
                  <a:cubicBezTo>
                    <a:pt x="443" y="3189"/>
                    <a:pt x="545" y="3216"/>
                    <a:pt x="646" y="3216"/>
                  </a:cubicBezTo>
                  <a:cubicBezTo>
                    <a:pt x="837" y="3216"/>
                    <a:pt x="1023" y="3120"/>
                    <a:pt x="1129" y="2946"/>
                  </a:cubicBezTo>
                  <a:lnTo>
                    <a:pt x="1923" y="1653"/>
                  </a:lnTo>
                  <a:lnTo>
                    <a:pt x="2712" y="2946"/>
                  </a:lnTo>
                  <a:cubicBezTo>
                    <a:pt x="2818" y="3120"/>
                    <a:pt x="3005" y="3216"/>
                    <a:pt x="3196" y="3216"/>
                  </a:cubicBezTo>
                  <a:cubicBezTo>
                    <a:pt x="3297" y="3216"/>
                    <a:pt x="3399" y="3189"/>
                    <a:pt x="3491" y="3133"/>
                  </a:cubicBezTo>
                  <a:cubicBezTo>
                    <a:pt x="3759" y="2970"/>
                    <a:pt x="3841" y="2623"/>
                    <a:pt x="3678" y="2354"/>
                  </a:cubicBezTo>
                  <a:lnTo>
                    <a:pt x="2407" y="270"/>
                  </a:lnTo>
                  <a:cubicBezTo>
                    <a:pt x="2295" y="91"/>
                    <a:pt x="2108" y="1"/>
                    <a:pt x="192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MX" sz="1100" noProof="0" dirty="0">
                <a:solidFill>
                  <a:schemeClr val="tx1"/>
                </a:solidFill>
                <a:highlight>
                  <a:srgbClr val="FFFF00"/>
                </a:highlight>
              </a:endParaRPr>
            </a:p>
          </p:txBody>
        </p:sp>
        <p:sp>
          <p:nvSpPr>
            <p:cNvPr id="6" name="Google Shape;10041;p84">
              <a:extLst>
                <a:ext uri="{FF2B5EF4-FFF2-40B4-BE49-F238E27FC236}">
                  <a16:creationId xmlns:a16="http://schemas.microsoft.com/office/drawing/2014/main" id="{6E346D75-D419-D227-AA5C-4FE0ECA82DD5}"/>
                </a:ext>
              </a:extLst>
            </p:cNvPr>
            <p:cNvSpPr/>
            <p:nvPr/>
          </p:nvSpPr>
          <p:spPr>
            <a:xfrm>
              <a:off x="6327450" y="3974775"/>
              <a:ext cx="125550" cy="118300"/>
            </a:xfrm>
            <a:custGeom>
              <a:avLst/>
              <a:gdLst/>
              <a:ahLst/>
              <a:cxnLst/>
              <a:rect l="l" t="t" r="r" b="b"/>
              <a:pathLst>
                <a:path w="5022" h="4732" extrusionOk="0">
                  <a:moveTo>
                    <a:pt x="2505" y="1115"/>
                  </a:moveTo>
                  <a:cubicBezTo>
                    <a:pt x="2806" y="1115"/>
                    <a:pt x="3107" y="1230"/>
                    <a:pt x="3337" y="1461"/>
                  </a:cubicBezTo>
                  <a:cubicBezTo>
                    <a:pt x="3795" y="1920"/>
                    <a:pt x="3795" y="2663"/>
                    <a:pt x="3337" y="3125"/>
                  </a:cubicBezTo>
                  <a:cubicBezTo>
                    <a:pt x="3049" y="3413"/>
                    <a:pt x="2565" y="3600"/>
                    <a:pt x="2133" y="3600"/>
                  </a:cubicBezTo>
                  <a:cubicBezTo>
                    <a:pt x="1861" y="3600"/>
                    <a:pt x="1610" y="3526"/>
                    <a:pt x="1440" y="3358"/>
                  </a:cubicBezTo>
                  <a:cubicBezTo>
                    <a:pt x="1253" y="3167"/>
                    <a:pt x="1166" y="2844"/>
                    <a:pt x="1208" y="2473"/>
                  </a:cubicBezTo>
                  <a:cubicBezTo>
                    <a:pt x="1253" y="2089"/>
                    <a:pt x="1431" y="1703"/>
                    <a:pt x="1673" y="1461"/>
                  </a:cubicBezTo>
                  <a:cubicBezTo>
                    <a:pt x="1902" y="1230"/>
                    <a:pt x="2203" y="1115"/>
                    <a:pt x="2505" y="1115"/>
                  </a:cubicBezTo>
                  <a:close/>
                  <a:moveTo>
                    <a:pt x="2486" y="0"/>
                  </a:moveTo>
                  <a:cubicBezTo>
                    <a:pt x="1903" y="0"/>
                    <a:pt x="1321" y="219"/>
                    <a:pt x="873" y="658"/>
                  </a:cubicBezTo>
                  <a:cubicBezTo>
                    <a:pt x="444" y="1084"/>
                    <a:pt x="157" y="1697"/>
                    <a:pt x="85" y="2340"/>
                  </a:cubicBezTo>
                  <a:cubicBezTo>
                    <a:pt x="0" y="3059"/>
                    <a:pt x="202" y="3717"/>
                    <a:pt x="640" y="4155"/>
                  </a:cubicBezTo>
                  <a:cubicBezTo>
                    <a:pt x="1042" y="4556"/>
                    <a:pt x="1582" y="4731"/>
                    <a:pt x="2138" y="4731"/>
                  </a:cubicBezTo>
                  <a:cubicBezTo>
                    <a:pt x="2141" y="4731"/>
                    <a:pt x="2145" y="4731"/>
                    <a:pt x="2149" y="4731"/>
                  </a:cubicBezTo>
                  <a:cubicBezTo>
                    <a:pt x="2882" y="4731"/>
                    <a:pt x="3638" y="4424"/>
                    <a:pt x="4137" y="3922"/>
                  </a:cubicBezTo>
                  <a:cubicBezTo>
                    <a:pt x="5021" y="3016"/>
                    <a:pt x="5012" y="1570"/>
                    <a:pt x="4119" y="676"/>
                  </a:cubicBezTo>
                  <a:cubicBezTo>
                    <a:pt x="3668" y="226"/>
                    <a:pt x="3077" y="0"/>
                    <a:pt x="248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MX" sz="1100" noProof="0" dirty="0">
                <a:solidFill>
                  <a:schemeClr val="tx1"/>
                </a:solidFill>
                <a:highlight>
                  <a:srgbClr val="FFFF00"/>
                </a:highlight>
              </a:endParaRPr>
            </a:p>
          </p:txBody>
        </p:sp>
        <p:sp>
          <p:nvSpPr>
            <p:cNvPr id="7" name="Google Shape;10042;p84">
              <a:extLst>
                <a:ext uri="{FF2B5EF4-FFF2-40B4-BE49-F238E27FC236}">
                  <a16:creationId xmlns:a16="http://schemas.microsoft.com/office/drawing/2014/main" id="{6BDB25CD-FF84-CF9B-5D19-487F5828EB43}"/>
                </a:ext>
              </a:extLst>
            </p:cNvPr>
            <p:cNvSpPr/>
            <p:nvPr/>
          </p:nvSpPr>
          <p:spPr>
            <a:xfrm>
              <a:off x="6515325" y="3974300"/>
              <a:ext cx="126000" cy="118775"/>
            </a:xfrm>
            <a:custGeom>
              <a:avLst/>
              <a:gdLst/>
              <a:ahLst/>
              <a:cxnLst/>
              <a:rect l="l" t="t" r="r" b="b"/>
              <a:pathLst>
                <a:path w="5040" h="4751" extrusionOk="0">
                  <a:moveTo>
                    <a:pt x="2535" y="1133"/>
                  </a:moveTo>
                  <a:cubicBezTo>
                    <a:pt x="2836" y="1133"/>
                    <a:pt x="3138" y="1248"/>
                    <a:pt x="3367" y="1477"/>
                  </a:cubicBezTo>
                  <a:cubicBezTo>
                    <a:pt x="3609" y="1722"/>
                    <a:pt x="3787" y="2108"/>
                    <a:pt x="3832" y="2492"/>
                  </a:cubicBezTo>
                  <a:cubicBezTo>
                    <a:pt x="3874" y="2860"/>
                    <a:pt x="3790" y="3183"/>
                    <a:pt x="3600" y="3374"/>
                  </a:cubicBezTo>
                  <a:cubicBezTo>
                    <a:pt x="3429" y="3544"/>
                    <a:pt x="3178" y="3618"/>
                    <a:pt x="2906" y="3618"/>
                  </a:cubicBezTo>
                  <a:cubicBezTo>
                    <a:pt x="2474" y="3618"/>
                    <a:pt x="1991" y="3430"/>
                    <a:pt x="1703" y="3141"/>
                  </a:cubicBezTo>
                  <a:cubicBezTo>
                    <a:pt x="1244" y="2682"/>
                    <a:pt x="1244" y="1936"/>
                    <a:pt x="1703" y="1477"/>
                  </a:cubicBezTo>
                  <a:cubicBezTo>
                    <a:pt x="1933" y="1248"/>
                    <a:pt x="2234" y="1133"/>
                    <a:pt x="2535" y="1133"/>
                  </a:cubicBezTo>
                  <a:close/>
                  <a:moveTo>
                    <a:pt x="2535" y="0"/>
                  </a:moveTo>
                  <a:cubicBezTo>
                    <a:pt x="1944" y="0"/>
                    <a:pt x="1353" y="226"/>
                    <a:pt x="903" y="677"/>
                  </a:cubicBezTo>
                  <a:cubicBezTo>
                    <a:pt x="0" y="1580"/>
                    <a:pt x="0" y="3041"/>
                    <a:pt x="903" y="3941"/>
                  </a:cubicBezTo>
                  <a:cubicBezTo>
                    <a:pt x="1329" y="4370"/>
                    <a:pt x="1945" y="4660"/>
                    <a:pt x="2588" y="4732"/>
                  </a:cubicBezTo>
                  <a:cubicBezTo>
                    <a:pt x="2691" y="4744"/>
                    <a:pt x="2793" y="4750"/>
                    <a:pt x="2899" y="4750"/>
                  </a:cubicBezTo>
                  <a:cubicBezTo>
                    <a:pt x="3491" y="4750"/>
                    <a:pt x="4028" y="4548"/>
                    <a:pt x="4400" y="4174"/>
                  </a:cubicBezTo>
                  <a:cubicBezTo>
                    <a:pt x="4838" y="3739"/>
                    <a:pt x="5040" y="3078"/>
                    <a:pt x="4958" y="2362"/>
                  </a:cubicBezTo>
                  <a:cubicBezTo>
                    <a:pt x="4883" y="1719"/>
                    <a:pt x="4596" y="1103"/>
                    <a:pt x="4167" y="677"/>
                  </a:cubicBezTo>
                  <a:cubicBezTo>
                    <a:pt x="3717" y="226"/>
                    <a:pt x="3126" y="0"/>
                    <a:pt x="25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MX" sz="1100" noProof="0" dirty="0">
                <a:solidFill>
                  <a:schemeClr val="tx1"/>
                </a:solidFill>
                <a:highlight>
                  <a:srgbClr val="FFFF00"/>
                </a:highlight>
              </a:endParaRPr>
            </a:p>
          </p:txBody>
        </p:sp>
      </p:grpSp>
      <p:sp>
        <p:nvSpPr>
          <p:cNvPr id="8" name="Google Shape;10162;p85">
            <a:extLst>
              <a:ext uri="{FF2B5EF4-FFF2-40B4-BE49-F238E27FC236}">
                <a16:creationId xmlns:a16="http://schemas.microsoft.com/office/drawing/2014/main" id="{00515D44-F697-5AF9-4AC9-5D2EAA9B1329}"/>
              </a:ext>
            </a:extLst>
          </p:cNvPr>
          <p:cNvSpPr/>
          <p:nvPr/>
        </p:nvSpPr>
        <p:spPr>
          <a:xfrm>
            <a:off x="5949959" y="1644555"/>
            <a:ext cx="373766" cy="340357"/>
          </a:xfrm>
          <a:custGeom>
            <a:avLst/>
            <a:gdLst/>
            <a:ahLst/>
            <a:cxnLst/>
            <a:rect l="l" t="t" r="r" b="b"/>
            <a:pathLst>
              <a:path w="12698" h="11563" extrusionOk="0">
                <a:moveTo>
                  <a:pt x="2490" y="820"/>
                </a:moveTo>
                <a:cubicBezTo>
                  <a:pt x="3529" y="914"/>
                  <a:pt x="4600" y="1292"/>
                  <a:pt x="5483" y="2017"/>
                </a:cubicBezTo>
                <a:lnTo>
                  <a:pt x="5798" y="2237"/>
                </a:lnTo>
                <a:lnTo>
                  <a:pt x="5798" y="10334"/>
                </a:lnTo>
                <a:lnTo>
                  <a:pt x="5766" y="10334"/>
                </a:lnTo>
                <a:cubicBezTo>
                  <a:pt x="4789" y="9609"/>
                  <a:pt x="3655" y="9168"/>
                  <a:pt x="2490" y="9105"/>
                </a:cubicBezTo>
                <a:lnTo>
                  <a:pt x="2490" y="820"/>
                </a:lnTo>
                <a:close/>
                <a:moveTo>
                  <a:pt x="9925" y="883"/>
                </a:moveTo>
                <a:lnTo>
                  <a:pt x="9925" y="9137"/>
                </a:lnTo>
                <a:cubicBezTo>
                  <a:pt x="8728" y="9200"/>
                  <a:pt x="7593" y="9609"/>
                  <a:pt x="6617" y="10334"/>
                </a:cubicBezTo>
                <a:lnTo>
                  <a:pt x="6617" y="2300"/>
                </a:lnTo>
                <a:lnTo>
                  <a:pt x="6932" y="2048"/>
                </a:lnTo>
                <a:cubicBezTo>
                  <a:pt x="7782" y="1355"/>
                  <a:pt x="8854" y="946"/>
                  <a:pt x="9925" y="883"/>
                </a:cubicBezTo>
                <a:close/>
                <a:moveTo>
                  <a:pt x="1702" y="2458"/>
                </a:moveTo>
                <a:lnTo>
                  <a:pt x="1702" y="9483"/>
                </a:lnTo>
                <a:cubicBezTo>
                  <a:pt x="1702" y="9735"/>
                  <a:pt x="1891" y="9924"/>
                  <a:pt x="2080" y="9924"/>
                </a:cubicBezTo>
                <a:cubicBezTo>
                  <a:pt x="3057" y="9924"/>
                  <a:pt x="4096" y="10208"/>
                  <a:pt x="4978" y="10744"/>
                </a:cubicBezTo>
                <a:lnTo>
                  <a:pt x="1261" y="10744"/>
                </a:lnTo>
                <a:cubicBezTo>
                  <a:pt x="1009" y="10744"/>
                  <a:pt x="851" y="10555"/>
                  <a:pt x="851" y="10334"/>
                </a:cubicBezTo>
                <a:lnTo>
                  <a:pt x="851" y="2867"/>
                </a:lnTo>
                <a:cubicBezTo>
                  <a:pt x="851" y="2647"/>
                  <a:pt x="1040" y="2489"/>
                  <a:pt x="1261" y="2458"/>
                </a:cubicBezTo>
                <a:close/>
                <a:moveTo>
                  <a:pt x="11406" y="2458"/>
                </a:moveTo>
                <a:cubicBezTo>
                  <a:pt x="11658" y="2458"/>
                  <a:pt x="11815" y="2647"/>
                  <a:pt x="11847" y="2867"/>
                </a:cubicBezTo>
                <a:lnTo>
                  <a:pt x="11847" y="10334"/>
                </a:lnTo>
                <a:cubicBezTo>
                  <a:pt x="11847" y="10555"/>
                  <a:pt x="11658" y="10712"/>
                  <a:pt x="11406" y="10744"/>
                </a:cubicBezTo>
                <a:lnTo>
                  <a:pt x="7436" y="10744"/>
                </a:lnTo>
                <a:cubicBezTo>
                  <a:pt x="8255" y="10239"/>
                  <a:pt x="9295" y="9924"/>
                  <a:pt x="10303" y="9924"/>
                </a:cubicBezTo>
                <a:cubicBezTo>
                  <a:pt x="10555" y="9924"/>
                  <a:pt x="10712" y="9735"/>
                  <a:pt x="10712" y="9483"/>
                </a:cubicBezTo>
                <a:lnTo>
                  <a:pt x="10712" y="2458"/>
                </a:lnTo>
                <a:close/>
                <a:moveTo>
                  <a:pt x="2080" y="0"/>
                </a:moveTo>
                <a:cubicBezTo>
                  <a:pt x="1828" y="0"/>
                  <a:pt x="1670" y="189"/>
                  <a:pt x="1670" y="410"/>
                </a:cubicBezTo>
                <a:lnTo>
                  <a:pt x="1670" y="1670"/>
                </a:lnTo>
                <a:lnTo>
                  <a:pt x="1261" y="1670"/>
                </a:lnTo>
                <a:cubicBezTo>
                  <a:pt x="568" y="1670"/>
                  <a:pt x="1" y="2206"/>
                  <a:pt x="32" y="2930"/>
                </a:cubicBezTo>
                <a:lnTo>
                  <a:pt x="32" y="10334"/>
                </a:lnTo>
                <a:cubicBezTo>
                  <a:pt x="32" y="10996"/>
                  <a:pt x="568" y="11563"/>
                  <a:pt x="1261" y="11563"/>
                </a:cubicBezTo>
                <a:lnTo>
                  <a:pt x="11437" y="11563"/>
                </a:lnTo>
                <a:cubicBezTo>
                  <a:pt x="12130" y="11563"/>
                  <a:pt x="12697" y="11027"/>
                  <a:pt x="12697" y="10334"/>
                </a:cubicBezTo>
                <a:lnTo>
                  <a:pt x="12697" y="2867"/>
                </a:lnTo>
                <a:cubicBezTo>
                  <a:pt x="12666" y="2206"/>
                  <a:pt x="12130" y="1670"/>
                  <a:pt x="11437" y="1670"/>
                </a:cubicBezTo>
                <a:lnTo>
                  <a:pt x="10744" y="1670"/>
                </a:lnTo>
                <a:lnTo>
                  <a:pt x="10744" y="410"/>
                </a:lnTo>
                <a:cubicBezTo>
                  <a:pt x="10744" y="158"/>
                  <a:pt x="10555" y="0"/>
                  <a:pt x="10334" y="0"/>
                </a:cubicBezTo>
                <a:cubicBezTo>
                  <a:pt x="8980" y="0"/>
                  <a:pt x="7562" y="473"/>
                  <a:pt x="6396" y="1387"/>
                </a:cubicBezTo>
                <a:lnTo>
                  <a:pt x="6207" y="1544"/>
                </a:lnTo>
                <a:lnTo>
                  <a:pt x="6018" y="1387"/>
                </a:lnTo>
                <a:cubicBezTo>
                  <a:pt x="4915" y="473"/>
                  <a:pt x="3498" y="0"/>
                  <a:pt x="208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0" dirty="0"/>
          </a:p>
        </p:txBody>
      </p:sp>
    </p:spTree>
    <p:extLst>
      <p:ext uri="{BB962C8B-B14F-4D97-AF65-F5344CB8AC3E}">
        <p14:creationId xmlns:p14="http://schemas.microsoft.com/office/powerpoint/2010/main" val="9608961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2">
          <a:extLst>
            <a:ext uri="{FF2B5EF4-FFF2-40B4-BE49-F238E27FC236}">
              <a16:creationId xmlns:a16="http://schemas.microsoft.com/office/drawing/2014/main" id="{111F06E4-D478-07B7-A283-F9267F2BD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p43">
            <a:extLst>
              <a:ext uri="{FF2B5EF4-FFF2-40B4-BE49-F238E27FC236}">
                <a16:creationId xmlns:a16="http://schemas.microsoft.com/office/drawing/2014/main" id="{8BCEC32D-D735-7D13-40DF-E65FC2050B7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600" b="0" noProof="0" dirty="0">
                <a:latin typeface="Poppins Black"/>
                <a:ea typeface="Poppins Black"/>
                <a:cs typeface="Poppins Black"/>
                <a:sym typeface="Poppins Black"/>
              </a:rPr>
              <a:t>Fases</a:t>
            </a:r>
          </a:p>
        </p:txBody>
      </p:sp>
      <p:sp>
        <p:nvSpPr>
          <p:cNvPr id="954" name="Google Shape;954;p43">
            <a:extLst>
              <a:ext uri="{FF2B5EF4-FFF2-40B4-BE49-F238E27FC236}">
                <a16:creationId xmlns:a16="http://schemas.microsoft.com/office/drawing/2014/main" id="{E130465A-92D9-E5CA-010F-36D5C9B3A54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869042" y="2513325"/>
            <a:ext cx="2535600" cy="161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noProof="0" dirty="0"/>
              <a:t>La evidencia sugiere que el actor traspasó acceso </a:t>
            </a:r>
            <a:r>
              <a:rPr lang="es-MX" noProof="0" dirty="0" err="1"/>
              <a:t>persi</a:t>
            </a:r>
            <a:r>
              <a:rPr lang="es-MX" dirty="0"/>
              <a:t>tente a equipos adicionales para operaciones sostenidas después de la </a:t>
            </a:r>
            <a:r>
              <a:rPr lang="es-MX" dirty="0" err="1"/>
              <a:t>intrución</a:t>
            </a:r>
            <a:r>
              <a:rPr lang="es-MX" dirty="0"/>
              <a:t> inicial.</a:t>
            </a:r>
            <a:endParaRPr lang="es-MX" noProof="0" dirty="0"/>
          </a:p>
        </p:txBody>
      </p:sp>
      <p:sp>
        <p:nvSpPr>
          <p:cNvPr id="955" name="Google Shape;955;p43">
            <a:extLst>
              <a:ext uri="{FF2B5EF4-FFF2-40B4-BE49-F238E27FC236}">
                <a16:creationId xmlns:a16="http://schemas.microsoft.com/office/drawing/2014/main" id="{B3DB342D-C914-7AEB-D709-30EE2548BCA4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1414130" y="2513325"/>
            <a:ext cx="3157869" cy="161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/>
            <a:r>
              <a:rPr lang="es-MX" dirty="0"/>
              <a:t>Las operaciones de recolección demostraron la mas grande autonomía de la IA. Contra una compañía objetivo, el responsable dirigió a Claude para que de forma independiente  consultara bases de datos y sistemas, extrajera información, </a:t>
            </a:r>
            <a:r>
              <a:rPr lang="es-MX" dirty="0" err="1"/>
              <a:t>parseara</a:t>
            </a:r>
            <a:r>
              <a:rPr lang="es-MX" dirty="0"/>
              <a:t> resultados para identificar información privada y categorizara sus hallazgos según su valor de inteligencia.</a:t>
            </a:r>
          </a:p>
        </p:txBody>
      </p:sp>
      <p:sp>
        <p:nvSpPr>
          <p:cNvPr id="956" name="Google Shape;956;p43">
            <a:extLst>
              <a:ext uri="{FF2B5EF4-FFF2-40B4-BE49-F238E27FC236}">
                <a16:creationId xmlns:a16="http://schemas.microsoft.com/office/drawing/2014/main" id="{79920E28-2DA6-F72B-4230-09B428D3856E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1732995" y="2006745"/>
            <a:ext cx="25356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s-MX" sz="1200" dirty="0"/>
              <a:t>Fase 5: Recolección de datos y extracción de inteligencia</a:t>
            </a:r>
          </a:p>
        </p:txBody>
      </p:sp>
      <p:sp>
        <p:nvSpPr>
          <p:cNvPr id="957" name="Google Shape;957;p43">
            <a:extLst>
              <a:ext uri="{FF2B5EF4-FFF2-40B4-BE49-F238E27FC236}">
                <a16:creationId xmlns:a16="http://schemas.microsoft.com/office/drawing/2014/main" id="{BFA2F722-EF0F-36C7-CA7D-557310A65FE3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4859517" y="2012192"/>
            <a:ext cx="25356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s-MX" sz="1200" noProof="0" dirty="0"/>
              <a:t>Fase 6: </a:t>
            </a:r>
            <a:r>
              <a:rPr lang="es-MX" sz="1200" dirty="0"/>
              <a:t>Documentación y traspaso</a:t>
            </a:r>
            <a:endParaRPr lang="es-MX" sz="1200" noProof="0" dirty="0"/>
          </a:p>
        </p:txBody>
      </p:sp>
      <p:sp>
        <p:nvSpPr>
          <p:cNvPr id="958" name="Google Shape;958;p43">
            <a:extLst>
              <a:ext uri="{FF2B5EF4-FFF2-40B4-BE49-F238E27FC236}">
                <a16:creationId xmlns:a16="http://schemas.microsoft.com/office/drawing/2014/main" id="{687881FE-EB13-5947-4025-81134A2E06D8}"/>
              </a:ext>
            </a:extLst>
          </p:cNvPr>
          <p:cNvSpPr/>
          <p:nvPr/>
        </p:nvSpPr>
        <p:spPr>
          <a:xfrm>
            <a:off x="2723645" y="1500100"/>
            <a:ext cx="567000" cy="56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 dirty="0"/>
          </a:p>
        </p:txBody>
      </p:sp>
      <p:sp>
        <p:nvSpPr>
          <p:cNvPr id="959" name="Google Shape;959;p43">
            <a:extLst>
              <a:ext uri="{FF2B5EF4-FFF2-40B4-BE49-F238E27FC236}">
                <a16:creationId xmlns:a16="http://schemas.microsoft.com/office/drawing/2014/main" id="{3AABD915-9D52-367B-3FC8-1A09B674EFB9}"/>
              </a:ext>
            </a:extLst>
          </p:cNvPr>
          <p:cNvSpPr/>
          <p:nvPr/>
        </p:nvSpPr>
        <p:spPr>
          <a:xfrm>
            <a:off x="5853342" y="1500113"/>
            <a:ext cx="567000" cy="56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0" dirty="0"/>
          </a:p>
        </p:txBody>
      </p:sp>
      <p:sp>
        <p:nvSpPr>
          <p:cNvPr id="8" name="Google Shape;10162;p85">
            <a:extLst>
              <a:ext uri="{FF2B5EF4-FFF2-40B4-BE49-F238E27FC236}">
                <a16:creationId xmlns:a16="http://schemas.microsoft.com/office/drawing/2014/main" id="{59A3FCBD-38F3-0B01-919E-3715BA99E8C9}"/>
              </a:ext>
            </a:extLst>
          </p:cNvPr>
          <p:cNvSpPr/>
          <p:nvPr/>
        </p:nvSpPr>
        <p:spPr>
          <a:xfrm>
            <a:off x="5949959" y="1644555"/>
            <a:ext cx="373766" cy="340357"/>
          </a:xfrm>
          <a:custGeom>
            <a:avLst/>
            <a:gdLst/>
            <a:ahLst/>
            <a:cxnLst/>
            <a:rect l="l" t="t" r="r" b="b"/>
            <a:pathLst>
              <a:path w="12698" h="11563" extrusionOk="0">
                <a:moveTo>
                  <a:pt x="2490" y="820"/>
                </a:moveTo>
                <a:cubicBezTo>
                  <a:pt x="3529" y="914"/>
                  <a:pt x="4600" y="1292"/>
                  <a:pt x="5483" y="2017"/>
                </a:cubicBezTo>
                <a:lnTo>
                  <a:pt x="5798" y="2237"/>
                </a:lnTo>
                <a:lnTo>
                  <a:pt x="5798" y="10334"/>
                </a:lnTo>
                <a:lnTo>
                  <a:pt x="5766" y="10334"/>
                </a:lnTo>
                <a:cubicBezTo>
                  <a:pt x="4789" y="9609"/>
                  <a:pt x="3655" y="9168"/>
                  <a:pt x="2490" y="9105"/>
                </a:cubicBezTo>
                <a:lnTo>
                  <a:pt x="2490" y="820"/>
                </a:lnTo>
                <a:close/>
                <a:moveTo>
                  <a:pt x="9925" y="883"/>
                </a:moveTo>
                <a:lnTo>
                  <a:pt x="9925" y="9137"/>
                </a:lnTo>
                <a:cubicBezTo>
                  <a:pt x="8728" y="9200"/>
                  <a:pt x="7593" y="9609"/>
                  <a:pt x="6617" y="10334"/>
                </a:cubicBezTo>
                <a:lnTo>
                  <a:pt x="6617" y="2300"/>
                </a:lnTo>
                <a:lnTo>
                  <a:pt x="6932" y="2048"/>
                </a:lnTo>
                <a:cubicBezTo>
                  <a:pt x="7782" y="1355"/>
                  <a:pt x="8854" y="946"/>
                  <a:pt x="9925" y="883"/>
                </a:cubicBezTo>
                <a:close/>
                <a:moveTo>
                  <a:pt x="1702" y="2458"/>
                </a:moveTo>
                <a:lnTo>
                  <a:pt x="1702" y="9483"/>
                </a:lnTo>
                <a:cubicBezTo>
                  <a:pt x="1702" y="9735"/>
                  <a:pt x="1891" y="9924"/>
                  <a:pt x="2080" y="9924"/>
                </a:cubicBezTo>
                <a:cubicBezTo>
                  <a:pt x="3057" y="9924"/>
                  <a:pt x="4096" y="10208"/>
                  <a:pt x="4978" y="10744"/>
                </a:cubicBezTo>
                <a:lnTo>
                  <a:pt x="1261" y="10744"/>
                </a:lnTo>
                <a:cubicBezTo>
                  <a:pt x="1009" y="10744"/>
                  <a:pt x="851" y="10555"/>
                  <a:pt x="851" y="10334"/>
                </a:cubicBezTo>
                <a:lnTo>
                  <a:pt x="851" y="2867"/>
                </a:lnTo>
                <a:cubicBezTo>
                  <a:pt x="851" y="2647"/>
                  <a:pt x="1040" y="2489"/>
                  <a:pt x="1261" y="2458"/>
                </a:cubicBezTo>
                <a:close/>
                <a:moveTo>
                  <a:pt x="11406" y="2458"/>
                </a:moveTo>
                <a:cubicBezTo>
                  <a:pt x="11658" y="2458"/>
                  <a:pt x="11815" y="2647"/>
                  <a:pt x="11847" y="2867"/>
                </a:cubicBezTo>
                <a:lnTo>
                  <a:pt x="11847" y="10334"/>
                </a:lnTo>
                <a:cubicBezTo>
                  <a:pt x="11847" y="10555"/>
                  <a:pt x="11658" y="10712"/>
                  <a:pt x="11406" y="10744"/>
                </a:cubicBezTo>
                <a:lnTo>
                  <a:pt x="7436" y="10744"/>
                </a:lnTo>
                <a:cubicBezTo>
                  <a:pt x="8255" y="10239"/>
                  <a:pt x="9295" y="9924"/>
                  <a:pt x="10303" y="9924"/>
                </a:cubicBezTo>
                <a:cubicBezTo>
                  <a:pt x="10555" y="9924"/>
                  <a:pt x="10712" y="9735"/>
                  <a:pt x="10712" y="9483"/>
                </a:cubicBezTo>
                <a:lnTo>
                  <a:pt x="10712" y="2458"/>
                </a:lnTo>
                <a:close/>
                <a:moveTo>
                  <a:pt x="2080" y="0"/>
                </a:moveTo>
                <a:cubicBezTo>
                  <a:pt x="1828" y="0"/>
                  <a:pt x="1670" y="189"/>
                  <a:pt x="1670" y="410"/>
                </a:cubicBezTo>
                <a:lnTo>
                  <a:pt x="1670" y="1670"/>
                </a:lnTo>
                <a:lnTo>
                  <a:pt x="1261" y="1670"/>
                </a:lnTo>
                <a:cubicBezTo>
                  <a:pt x="568" y="1670"/>
                  <a:pt x="1" y="2206"/>
                  <a:pt x="32" y="2930"/>
                </a:cubicBezTo>
                <a:lnTo>
                  <a:pt x="32" y="10334"/>
                </a:lnTo>
                <a:cubicBezTo>
                  <a:pt x="32" y="10996"/>
                  <a:pt x="568" y="11563"/>
                  <a:pt x="1261" y="11563"/>
                </a:cubicBezTo>
                <a:lnTo>
                  <a:pt x="11437" y="11563"/>
                </a:lnTo>
                <a:cubicBezTo>
                  <a:pt x="12130" y="11563"/>
                  <a:pt x="12697" y="11027"/>
                  <a:pt x="12697" y="10334"/>
                </a:cubicBezTo>
                <a:lnTo>
                  <a:pt x="12697" y="2867"/>
                </a:lnTo>
                <a:cubicBezTo>
                  <a:pt x="12666" y="2206"/>
                  <a:pt x="12130" y="1670"/>
                  <a:pt x="11437" y="1670"/>
                </a:cubicBezTo>
                <a:lnTo>
                  <a:pt x="10744" y="1670"/>
                </a:lnTo>
                <a:lnTo>
                  <a:pt x="10744" y="410"/>
                </a:lnTo>
                <a:cubicBezTo>
                  <a:pt x="10744" y="158"/>
                  <a:pt x="10555" y="0"/>
                  <a:pt x="10334" y="0"/>
                </a:cubicBezTo>
                <a:cubicBezTo>
                  <a:pt x="8980" y="0"/>
                  <a:pt x="7562" y="473"/>
                  <a:pt x="6396" y="1387"/>
                </a:cubicBezTo>
                <a:lnTo>
                  <a:pt x="6207" y="1544"/>
                </a:lnTo>
                <a:lnTo>
                  <a:pt x="6018" y="1387"/>
                </a:lnTo>
                <a:cubicBezTo>
                  <a:pt x="4915" y="473"/>
                  <a:pt x="3498" y="0"/>
                  <a:pt x="208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0" dirty="0"/>
          </a:p>
        </p:txBody>
      </p:sp>
      <p:grpSp>
        <p:nvGrpSpPr>
          <p:cNvPr id="12" name="Google Shape;10483;p86">
            <a:extLst>
              <a:ext uri="{FF2B5EF4-FFF2-40B4-BE49-F238E27FC236}">
                <a16:creationId xmlns:a16="http://schemas.microsoft.com/office/drawing/2014/main" id="{876C990D-3969-04A2-B00C-D3A11990F040}"/>
              </a:ext>
            </a:extLst>
          </p:cNvPr>
          <p:cNvGrpSpPr/>
          <p:nvPr/>
        </p:nvGrpSpPr>
        <p:grpSpPr>
          <a:xfrm>
            <a:off x="2887340" y="1600841"/>
            <a:ext cx="239610" cy="365517"/>
            <a:chOff x="-64343900" y="2282125"/>
            <a:chExt cx="207150" cy="316000"/>
          </a:xfrm>
          <a:solidFill>
            <a:schemeClr val="tx1"/>
          </a:solidFill>
        </p:grpSpPr>
        <p:sp>
          <p:nvSpPr>
            <p:cNvPr id="13" name="Google Shape;10484;p86">
              <a:extLst>
                <a:ext uri="{FF2B5EF4-FFF2-40B4-BE49-F238E27FC236}">
                  <a16:creationId xmlns:a16="http://schemas.microsoft.com/office/drawing/2014/main" id="{9C6803DC-6185-24F5-9232-8E9ABE17A3AA}"/>
                </a:ext>
              </a:extLst>
            </p:cNvPr>
            <p:cNvSpPr/>
            <p:nvPr/>
          </p:nvSpPr>
          <p:spPr>
            <a:xfrm>
              <a:off x="-64270650" y="2310475"/>
              <a:ext cx="61450" cy="147325"/>
            </a:xfrm>
            <a:custGeom>
              <a:avLst/>
              <a:gdLst/>
              <a:ahLst/>
              <a:cxnLst/>
              <a:rect l="l" t="t" r="r" b="b"/>
              <a:pathLst>
                <a:path w="2458" h="5893" extrusionOk="0">
                  <a:moveTo>
                    <a:pt x="1229" y="1"/>
                  </a:moveTo>
                  <a:cubicBezTo>
                    <a:pt x="1008" y="1"/>
                    <a:pt x="851" y="221"/>
                    <a:pt x="851" y="442"/>
                  </a:cubicBezTo>
                  <a:lnTo>
                    <a:pt x="851" y="726"/>
                  </a:lnTo>
                  <a:cubicBezTo>
                    <a:pt x="378" y="883"/>
                    <a:pt x="0" y="1356"/>
                    <a:pt x="0" y="1891"/>
                  </a:cubicBezTo>
                  <a:cubicBezTo>
                    <a:pt x="0" y="2584"/>
                    <a:pt x="567" y="2962"/>
                    <a:pt x="1008" y="3277"/>
                  </a:cubicBezTo>
                  <a:cubicBezTo>
                    <a:pt x="1323" y="3529"/>
                    <a:pt x="1670" y="3750"/>
                    <a:pt x="1670" y="4002"/>
                  </a:cubicBezTo>
                  <a:cubicBezTo>
                    <a:pt x="1670" y="4223"/>
                    <a:pt x="1481" y="4412"/>
                    <a:pt x="1229" y="4412"/>
                  </a:cubicBezTo>
                  <a:cubicBezTo>
                    <a:pt x="1008" y="4412"/>
                    <a:pt x="851" y="4223"/>
                    <a:pt x="851" y="4002"/>
                  </a:cubicBezTo>
                  <a:cubicBezTo>
                    <a:pt x="851" y="3750"/>
                    <a:pt x="630" y="3592"/>
                    <a:pt x="441" y="3592"/>
                  </a:cubicBezTo>
                  <a:cubicBezTo>
                    <a:pt x="221" y="3592"/>
                    <a:pt x="0" y="3781"/>
                    <a:pt x="0" y="4002"/>
                  </a:cubicBezTo>
                  <a:cubicBezTo>
                    <a:pt x="0" y="4538"/>
                    <a:pt x="378" y="4979"/>
                    <a:pt x="851" y="5168"/>
                  </a:cubicBezTo>
                  <a:lnTo>
                    <a:pt x="851" y="5451"/>
                  </a:lnTo>
                  <a:cubicBezTo>
                    <a:pt x="851" y="5672"/>
                    <a:pt x="1040" y="5892"/>
                    <a:pt x="1229" y="5892"/>
                  </a:cubicBezTo>
                  <a:cubicBezTo>
                    <a:pt x="1481" y="5829"/>
                    <a:pt x="1639" y="5640"/>
                    <a:pt x="1639" y="5451"/>
                  </a:cubicBezTo>
                  <a:lnTo>
                    <a:pt x="1639" y="5168"/>
                  </a:lnTo>
                  <a:cubicBezTo>
                    <a:pt x="2111" y="5010"/>
                    <a:pt x="2458" y="4538"/>
                    <a:pt x="2458" y="4002"/>
                  </a:cubicBezTo>
                  <a:cubicBezTo>
                    <a:pt x="2458" y="3309"/>
                    <a:pt x="1891" y="2931"/>
                    <a:pt x="1481" y="2616"/>
                  </a:cubicBezTo>
                  <a:cubicBezTo>
                    <a:pt x="1166" y="2364"/>
                    <a:pt x="788" y="2143"/>
                    <a:pt x="788" y="1891"/>
                  </a:cubicBezTo>
                  <a:cubicBezTo>
                    <a:pt x="788" y="1671"/>
                    <a:pt x="1008" y="1513"/>
                    <a:pt x="1197" y="1513"/>
                  </a:cubicBezTo>
                  <a:cubicBezTo>
                    <a:pt x="1418" y="1513"/>
                    <a:pt x="1639" y="1702"/>
                    <a:pt x="1639" y="1891"/>
                  </a:cubicBezTo>
                  <a:cubicBezTo>
                    <a:pt x="1639" y="2143"/>
                    <a:pt x="1828" y="2332"/>
                    <a:pt x="2017" y="2332"/>
                  </a:cubicBezTo>
                  <a:cubicBezTo>
                    <a:pt x="2269" y="2332"/>
                    <a:pt x="2458" y="2143"/>
                    <a:pt x="2458" y="1891"/>
                  </a:cubicBezTo>
                  <a:cubicBezTo>
                    <a:pt x="2458" y="1356"/>
                    <a:pt x="2111" y="915"/>
                    <a:pt x="1639" y="726"/>
                  </a:cubicBezTo>
                  <a:lnTo>
                    <a:pt x="1639" y="442"/>
                  </a:lnTo>
                  <a:cubicBezTo>
                    <a:pt x="1639" y="221"/>
                    <a:pt x="1418" y="1"/>
                    <a:pt x="122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MX" noProof="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4" name="Google Shape;10485;p86">
              <a:extLst>
                <a:ext uri="{FF2B5EF4-FFF2-40B4-BE49-F238E27FC236}">
                  <a16:creationId xmlns:a16="http://schemas.microsoft.com/office/drawing/2014/main" id="{6004BE07-1BF7-07D5-0437-2472E635324B}"/>
                </a:ext>
              </a:extLst>
            </p:cNvPr>
            <p:cNvSpPr/>
            <p:nvPr/>
          </p:nvSpPr>
          <p:spPr>
            <a:xfrm>
              <a:off x="-64343900" y="2282125"/>
              <a:ext cx="207150" cy="316000"/>
            </a:xfrm>
            <a:custGeom>
              <a:avLst/>
              <a:gdLst/>
              <a:ahLst/>
              <a:cxnLst/>
              <a:rect l="l" t="t" r="r" b="b"/>
              <a:pathLst>
                <a:path w="8286" h="12640" extrusionOk="0">
                  <a:moveTo>
                    <a:pt x="4159" y="788"/>
                  </a:moveTo>
                  <a:cubicBezTo>
                    <a:pt x="5986" y="788"/>
                    <a:pt x="7467" y="2301"/>
                    <a:pt x="7467" y="4096"/>
                  </a:cubicBezTo>
                  <a:cubicBezTo>
                    <a:pt x="7467" y="5924"/>
                    <a:pt x="5986" y="7404"/>
                    <a:pt x="4159" y="7404"/>
                  </a:cubicBezTo>
                  <a:cubicBezTo>
                    <a:pt x="2300" y="7404"/>
                    <a:pt x="851" y="5924"/>
                    <a:pt x="851" y="4096"/>
                  </a:cubicBezTo>
                  <a:cubicBezTo>
                    <a:pt x="851" y="2301"/>
                    <a:pt x="2363" y="788"/>
                    <a:pt x="4159" y="788"/>
                  </a:cubicBezTo>
                  <a:close/>
                  <a:moveTo>
                    <a:pt x="851" y="8917"/>
                  </a:moveTo>
                  <a:cubicBezTo>
                    <a:pt x="1513" y="8980"/>
                    <a:pt x="2206" y="9295"/>
                    <a:pt x="2773" y="9862"/>
                  </a:cubicBezTo>
                  <a:cubicBezTo>
                    <a:pt x="3340" y="10429"/>
                    <a:pt x="3655" y="11122"/>
                    <a:pt x="3718" y="11784"/>
                  </a:cubicBezTo>
                  <a:cubicBezTo>
                    <a:pt x="3056" y="11689"/>
                    <a:pt x="2395" y="11374"/>
                    <a:pt x="1796" y="10838"/>
                  </a:cubicBezTo>
                  <a:cubicBezTo>
                    <a:pt x="1261" y="10271"/>
                    <a:pt x="945" y="9578"/>
                    <a:pt x="851" y="8917"/>
                  </a:cubicBezTo>
                  <a:close/>
                  <a:moveTo>
                    <a:pt x="7467" y="8917"/>
                  </a:moveTo>
                  <a:lnTo>
                    <a:pt x="7467" y="8917"/>
                  </a:lnTo>
                  <a:cubicBezTo>
                    <a:pt x="7404" y="9578"/>
                    <a:pt x="7089" y="10240"/>
                    <a:pt x="6522" y="10838"/>
                  </a:cubicBezTo>
                  <a:cubicBezTo>
                    <a:pt x="5923" y="11374"/>
                    <a:pt x="5262" y="11689"/>
                    <a:pt x="4600" y="11784"/>
                  </a:cubicBezTo>
                  <a:cubicBezTo>
                    <a:pt x="4663" y="11122"/>
                    <a:pt x="4947" y="10429"/>
                    <a:pt x="5545" y="9862"/>
                  </a:cubicBezTo>
                  <a:cubicBezTo>
                    <a:pt x="6081" y="9295"/>
                    <a:pt x="6805" y="8980"/>
                    <a:pt x="7467" y="8917"/>
                  </a:cubicBezTo>
                  <a:close/>
                  <a:moveTo>
                    <a:pt x="4159" y="1"/>
                  </a:moveTo>
                  <a:cubicBezTo>
                    <a:pt x="1891" y="1"/>
                    <a:pt x="32" y="1860"/>
                    <a:pt x="32" y="4128"/>
                  </a:cubicBezTo>
                  <a:cubicBezTo>
                    <a:pt x="32" y="6270"/>
                    <a:pt x="1670" y="8034"/>
                    <a:pt x="3781" y="8223"/>
                  </a:cubicBezTo>
                  <a:lnTo>
                    <a:pt x="3781" y="9736"/>
                  </a:lnTo>
                  <a:cubicBezTo>
                    <a:pt x="3623" y="9578"/>
                    <a:pt x="3497" y="9421"/>
                    <a:pt x="3371" y="9295"/>
                  </a:cubicBezTo>
                  <a:cubicBezTo>
                    <a:pt x="2584" y="8507"/>
                    <a:pt x="1576" y="8066"/>
                    <a:pt x="410" y="8066"/>
                  </a:cubicBezTo>
                  <a:cubicBezTo>
                    <a:pt x="189" y="8066"/>
                    <a:pt x="32" y="8287"/>
                    <a:pt x="32" y="8476"/>
                  </a:cubicBezTo>
                  <a:cubicBezTo>
                    <a:pt x="0" y="9578"/>
                    <a:pt x="410" y="10649"/>
                    <a:pt x="1261" y="11437"/>
                  </a:cubicBezTo>
                  <a:cubicBezTo>
                    <a:pt x="2048" y="12225"/>
                    <a:pt x="3056" y="12634"/>
                    <a:pt x="4096" y="12634"/>
                  </a:cubicBezTo>
                  <a:lnTo>
                    <a:pt x="4159" y="12634"/>
                  </a:lnTo>
                  <a:cubicBezTo>
                    <a:pt x="4225" y="12638"/>
                    <a:pt x="4290" y="12640"/>
                    <a:pt x="4355" y="12640"/>
                  </a:cubicBezTo>
                  <a:cubicBezTo>
                    <a:pt x="5385" y="12640"/>
                    <a:pt x="6348" y="12178"/>
                    <a:pt x="7089" y="11437"/>
                  </a:cubicBezTo>
                  <a:cubicBezTo>
                    <a:pt x="7877" y="10649"/>
                    <a:pt x="8286" y="9610"/>
                    <a:pt x="8286" y="8476"/>
                  </a:cubicBezTo>
                  <a:cubicBezTo>
                    <a:pt x="8286" y="8223"/>
                    <a:pt x="8097" y="8066"/>
                    <a:pt x="7908" y="8066"/>
                  </a:cubicBezTo>
                  <a:cubicBezTo>
                    <a:pt x="7872" y="8065"/>
                    <a:pt x="7837" y="8064"/>
                    <a:pt x="7801" y="8064"/>
                  </a:cubicBezTo>
                  <a:cubicBezTo>
                    <a:pt x="6709" y="8064"/>
                    <a:pt x="5709" y="8532"/>
                    <a:pt x="4947" y="9295"/>
                  </a:cubicBezTo>
                  <a:cubicBezTo>
                    <a:pt x="4821" y="9452"/>
                    <a:pt x="4663" y="9578"/>
                    <a:pt x="4569" y="9736"/>
                  </a:cubicBezTo>
                  <a:lnTo>
                    <a:pt x="4569" y="8223"/>
                  </a:lnTo>
                  <a:cubicBezTo>
                    <a:pt x="6648" y="8034"/>
                    <a:pt x="8286" y="6270"/>
                    <a:pt x="8286" y="4128"/>
                  </a:cubicBezTo>
                  <a:cubicBezTo>
                    <a:pt x="8286" y="1860"/>
                    <a:pt x="6459" y="1"/>
                    <a:pt x="41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MX" noProof="0" dirty="0">
                <a:solidFill>
                  <a:sysClr val="windowText" lastClr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92432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8">
          <a:extLst>
            <a:ext uri="{FF2B5EF4-FFF2-40B4-BE49-F238E27FC236}">
              <a16:creationId xmlns:a16="http://schemas.microsoft.com/office/drawing/2014/main" id="{0B12CE6D-099F-EE40-B4A5-C657E87A1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41">
            <a:extLst>
              <a:ext uri="{FF2B5EF4-FFF2-40B4-BE49-F238E27FC236}">
                <a16:creationId xmlns:a16="http://schemas.microsoft.com/office/drawing/2014/main" id="{D1D3771C-2AD7-6CA0-3E66-DF0F1E3D1C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noProof="0" dirty="0"/>
              <a:t>Implicaciones en ciberseguridad</a:t>
            </a:r>
          </a:p>
        </p:txBody>
      </p:sp>
      <p:sp>
        <p:nvSpPr>
          <p:cNvPr id="940" name="Google Shape;940;p41">
            <a:extLst>
              <a:ext uri="{FF2B5EF4-FFF2-40B4-BE49-F238E27FC236}">
                <a16:creationId xmlns:a16="http://schemas.microsoft.com/office/drawing/2014/main" id="{8F35C801-5273-0F7F-93A6-79EDF6BA3B6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755095" y="1667625"/>
            <a:ext cx="3040800" cy="21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noProof="0" dirty="0"/>
              <a:t>La respuesta es que las mismas habilidades que permiten a Claude ser utilizado en estos ataques, también lo hacen crucial en ciberdefensa.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noProof="0" dirty="0"/>
              <a:t>Pero tener estas capacidades disponibles aun no es suficiente por si solo, la comunidad de ciberseguridad necesita asumir que ocurrió un cambio fundamental: Los equipos de seguridad deben experimentar aplicando IA para áreas de defensa</a:t>
            </a:r>
          </a:p>
        </p:txBody>
      </p:sp>
      <p:sp>
        <p:nvSpPr>
          <p:cNvPr id="941" name="Google Shape;941;p41">
            <a:extLst>
              <a:ext uri="{FF2B5EF4-FFF2-40B4-BE49-F238E27FC236}">
                <a16:creationId xmlns:a16="http://schemas.microsoft.com/office/drawing/2014/main" id="{7BFF4B92-88CD-565C-6126-82D15108CAFA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1348100" y="1667625"/>
            <a:ext cx="3040800" cy="21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noProof="0" dirty="0"/>
              <a:t>Esta campaña demuestra que las barreras para ejecutar ciberataques sofisticados han bajado sustancialmente y probablemente van a continuar bajando.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 noProof="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/>
              <a:t>Esto hace relucir una pregunta importante: si los modelos pueden ser utilizados para ejecutar ciberataques a esta escala, ¿Por qué continuar desarrollándolos?</a:t>
            </a:r>
            <a:endParaRPr lang="es-MX" noProof="0" dirty="0"/>
          </a:p>
        </p:txBody>
      </p:sp>
    </p:spTree>
    <p:extLst>
      <p:ext uri="{BB962C8B-B14F-4D97-AF65-F5344CB8AC3E}">
        <p14:creationId xmlns:p14="http://schemas.microsoft.com/office/powerpoint/2010/main" val="11416381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914;p40">
            <a:extLst>
              <a:ext uri="{FF2B5EF4-FFF2-40B4-BE49-F238E27FC236}">
                <a16:creationId xmlns:a16="http://schemas.microsoft.com/office/drawing/2014/main" id="{A904912C-DA26-110A-8469-09BA5FC1D6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85025" y="1564950"/>
            <a:ext cx="4158300" cy="151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600" noProof="0" dirty="0"/>
              <a:t>Conclusiones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ata Analytics Strategy Toolkit by Slidesgo">
  <a:themeElements>
    <a:clrScheme name="Simple Light">
      <a:dk1>
        <a:srgbClr val="202331"/>
      </a:dk1>
      <a:lt1>
        <a:srgbClr val="F8F4F4"/>
      </a:lt1>
      <a:dk2>
        <a:srgbClr val="1BBBE9"/>
      </a:dk2>
      <a:lt2>
        <a:srgbClr val="2C7EC7"/>
      </a:lt2>
      <a:accent1>
        <a:srgbClr val="0B5394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20233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76492BC76C0754299B74366EDD3DA1B" ma:contentTypeVersion="13" ma:contentTypeDescription="Crear nuevo documento." ma:contentTypeScope="" ma:versionID="cdfe18d015aeb1de2f5ac705be2c6ac5">
  <xsd:schema xmlns:xsd="http://www.w3.org/2001/XMLSchema" xmlns:xs="http://www.w3.org/2001/XMLSchema" xmlns:p="http://schemas.microsoft.com/office/2006/metadata/properties" xmlns:ns3="08bb3860-613a-4c0a-85e7-29b43b622a49" xmlns:ns4="440f87ab-1b82-4920-bd2f-b8b4e35b4305" targetNamespace="http://schemas.microsoft.com/office/2006/metadata/properties" ma:root="true" ma:fieldsID="1efcda5b2db029521959f6abe4dd1b83" ns3:_="" ns4:_="">
    <xsd:import namespace="08bb3860-613a-4c0a-85e7-29b43b622a49"/>
    <xsd:import namespace="440f87ab-1b82-4920-bd2f-b8b4e35b430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bjectDetectorVersions" minOccurs="0"/>
                <xsd:element ref="ns3:MediaServiceSearchProperties" minOccurs="0"/>
                <xsd:element ref="ns3:MediaServiceDateTaken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8bb3860-613a-4c0a-85e7-29b43b622a4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0" nillable="true" ma:displayName="_activity" ma:hidden="true" ma:internalName="_activity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40f87ab-1b82-4920-bd2f-b8b4e35b4305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3" nillable="true" ma:displayName="Hash de la sugerencia para compartir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08bb3860-613a-4c0a-85e7-29b43b622a49" xsi:nil="true"/>
  </documentManagement>
</p:properties>
</file>

<file path=customXml/itemProps1.xml><?xml version="1.0" encoding="utf-8"?>
<ds:datastoreItem xmlns:ds="http://schemas.openxmlformats.org/officeDocument/2006/customXml" ds:itemID="{5F61B979-A9C5-4E95-9F18-D5F53F076BF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8bb3860-613a-4c0a-85e7-29b43b622a49"/>
    <ds:schemaRef ds:uri="440f87ab-1b82-4920-bd2f-b8b4e35b430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9AA0446-5C76-4147-AD64-E19D226B292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23AE381-7D52-4060-815E-581DF67B4D65}">
  <ds:schemaRefs>
    <ds:schemaRef ds:uri="http://purl.org/dc/terms/"/>
    <ds:schemaRef ds:uri="440f87ab-1b82-4920-bd2f-b8b4e35b4305"/>
    <ds:schemaRef ds:uri="http://purl.org/dc/elements/1.1/"/>
    <ds:schemaRef ds:uri="http://schemas.microsoft.com/office/2006/metadata/properties"/>
    <ds:schemaRef ds:uri="08bb3860-613a-4c0a-85e7-29b43b622a49"/>
    <ds:schemaRef ds:uri="http://purl.org/dc/dcmitype/"/>
    <ds:schemaRef ds:uri="http://schemas.microsoft.com/office/2006/documentManagement/types"/>
    <ds:schemaRef ds:uri="http://schemas.openxmlformats.org/package/2006/metadata/core-properties"/>
    <ds:schemaRef ds:uri="http://schemas.microsoft.com/office/infopath/2007/PartnerControl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184</TotalTime>
  <Words>666</Words>
  <Application>Microsoft Office PowerPoint</Application>
  <PresentationFormat>Presentación en pantalla (16:9)</PresentationFormat>
  <Paragraphs>37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7" baseType="lpstr">
      <vt:lpstr>Poppins Black</vt:lpstr>
      <vt:lpstr>Nunito Light</vt:lpstr>
      <vt:lpstr>Barlow</vt:lpstr>
      <vt:lpstr>Arial</vt:lpstr>
      <vt:lpstr>Poppins ExtraBold</vt:lpstr>
      <vt:lpstr>Data Analytics Strategy Toolkit by Slidesgo</vt:lpstr>
      <vt:lpstr>Disrupting the first reported AI-orchestrated cyber espionage campaign</vt:lpstr>
      <vt:lpstr>—Anthropic</vt:lpstr>
      <vt:lpstr>¿Qué pasó?</vt:lpstr>
      <vt:lpstr>¿Qué pasó?</vt:lpstr>
      <vt:lpstr>Funcionamiento</vt:lpstr>
      <vt:lpstr>Presentación de PowerPoint</vt:lpstr>
      <vt:lpstr>Fases</vt:lpstr>
      <vt:lpstr>Fases</vt:lpstr>
      <vt:lpstr>Fases</vt:lpstr>
      <vt:lpstr>Implicaciones en ciberseguridad</vt:lpstr>
      <vt:lpstr>Conclusiones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MARTIN FLORES SALDANA</cp:lastModifiedBy>
  <cp:revision>1</cp:revision>
  <dcterms:modified xsi:type="dcterms:W3CDTF">2025-12-01T05:03:33Z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0x010100B76492BC76C0754299B74366EDD3DA1B</vt:lpwstr>
  </property>
</Properties>
</file>